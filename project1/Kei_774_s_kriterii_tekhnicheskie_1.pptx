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8" r:id="rId1"/>
  </p:sldMasterIdLst>
  <p:notesMasterIdLst>
    <p:notesMasterId r:id="rId7"/>
  </p:notesMasterIdLst>
  <p:sldIdLst>
    <p:sldId id="2147474342" r:id="rId2"/>
    <p:sldId id="2147483236" r:id="rId3"/>
    <p:sldId id="2147483237" r:id="rId4"/>
    <p:sldId id="2147483238" r:id="rId5"/>
    <p:sldId id="2147483239" r:id="rId6"/>
  </p:sldIdLst>
  <p:sldSz cx="12192000" cy="6858000"/>
  <p:notesSz cx="6858000" cy="9144000"/>
  <p:embeddedFontLst>
    <p:embeddedFont>
      <p:font typeface="Montserrat" pitchFamily="2" charset="0"/>
      <p:regular r:id="rId8"/>
      <p:bold r:id="rId9"/>
      <p:italic r:id="rId10"/>
      <p:boldItalic r:id="rId11"/>
    </p:embeddedFont>
    <p:embeddedFont>
      <p:font typeface="SB Sans Display" panose="020B0503040504020204" pitchFamily="34" charset="0"/>
      <p:regular r:id="rId12"/>
    </p:embeddedFont>
    <p:embeddedFont>
      <p:font typeface="SB Sans Display Light" panose="020B0303040504020204" pitchFamily="34" charset="0"/>
      <p:regular r:id="rId13"/>
    </p:embeddedFont>
    <p:embeddedFont>
      <p:font typeface="SB Sans Display Semibold" panose="020B0703040504020204" pitchFamily="34" charset="0"/>
      <p:regular r:id="rId14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F8A5"/>
    <a:srgbClr val="2EA471"/>
    <a:srgbClr val="069B5B"/>
    <a:srgbClr val="97F746"/>
    <a:srgbClr val="00D6B2"/>
    <a:srgbClr val="86C667"/>
    <a:srgbClr val="00D67D"/>
    <a:srgbClr val="07252D"/>
    <a:srgbClr val="0D4938"/>
    <a:srgbClr val="2D7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4"/>
    <p:restoredTop sz="91344"/>
  </p:normalViewPr>
  <p:slideViewPr>
    <p:cSldViewPr snapToGrid="0">
      <p:cViewPr>
        <p:scale>
          <a:sx n="119" d="100"/>
          <a:sy n="119" d="100"/>
        </p:scale>
        <p:origin x="856" y="272"/>
      </p:cViewPr>
      <p:guideLst>
        <p:guide pos="393"/>
        <p:guide orient="horz" pos="436"/>
        <p:guide pos="7265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40B33-0112-E54A-A786-A4B4344A4BF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669B5-41E8-8646-8ACA-4518B643CF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18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FF41A-B44F-6570-6FE0-E2DC9CF14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FD5F54-D7AC-261E-1279-BC3B2AC6C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EE909F-DD17-B705-0C1E-79FBEA7E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44DB0A-CB04-569D-D0FE-7512C1C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672562-48D8-380E-85EB-7D5DE527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71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F804F-3AAB-E3B4-FF86-04EAD64D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0835B-916D-D095-768A-25A76E899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0C061B-ECDB-2792-84D4-8BF66D38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C9C446-3386-7FFC-FB2C-0C01DD26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0A9F4-38F2-C7EC-9E58-B7996E33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3C859-E33B-8457-BA99-B95D72E6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51D920-D0CB-77CB-C373-CC0C1767A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E0433-77D7-4B83-5249-B24B7778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B1090A-DF64-C076-A736-30AAB0C1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8DEAE-92DF-C1DB-2E39-FF8080BC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81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F4ED0-85B0-3728-2C34-130E25E0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3ECD3-D86B-CAB4-0B3B-3CBFF5096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013F6D-7BBE-64F8-FCFA-9195CA7F0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426E82-17ED-8605-873C-579F677C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D0095A-C2DD-79D2-B793-389B73FE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7F4A90-3EF7-9901-2262-EE62DD33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76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E4F8C-D086-5882-93D1-CD5A6BE6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B788CF-C09C-DCF0-DB96-F0D52808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1E00AC-7E4B-88A0-40A4-8E53A41CD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F2BC08-9E30-E1C9-DA8D-EBA53C770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A76B4FE-4BF7-1572-3AE5-79D2B686B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38901F-D909-90CE-C42C-9FB9BFCD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75C887-04F6-348C-4912-42BA8421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28A4E0-227E-ED3D-8C8C-C3A7FBF3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2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FC9BE-01DB-555B-650D-A7E816BB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A3DEE4-D2F7-801D-A8DA-13E7470B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01244B-25E4-57BF-6AA5-704A3457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7B0008-D056-598A-4033-558C2EF6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2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811303-034C-E58F-A39F-31CDAFD6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DACC633-D4A9-0107-4ECD-23515343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A3D38C-4E06-923A-3F57-3F86D913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95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8DC18-9566-39E3-F768-5C174CEB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550112-5067-5D02-B396-4C9BEC0F7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DED42D-5FBB-D72F-6FC4-F5E169476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F7C502-B0D7-C678-45A4-49A31D6BD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478C55-539A-6A8B-9C9B-BC086AF3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F8E42-329B-2C67-3C7A-980FEAE4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97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B3463-F4E4-AE8F-75AE-88FBF074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5C493E-00FD-5C5D-555A-AFBC7BBF9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7F92B5-0859-92DA-B2B6-2476C43FF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33FC24-BA01-D6F9-9DCB-41379592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6FB02E-56DA-7CEE-3746-8793F66B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A31684-F853-F5FF-AF3D-86A0B81A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01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1EB32-541E-54A4-7A07-5CEF7D2D6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6C2936-0A3A-7DCD-9634-E5BE3D3B6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68679-F77F-8FD9-F0DC-873B68DD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CC15C-6656-4925-9439-6CAA81B1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BB6EA4-CB9B-F98F-7D1A-6F577AA6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7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C1899A-80BE-A626-3F53-1581D445B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481E6B-76CA-181B-64F2-1E0C2EC08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6D3BB7-4B6C-B71B-A005-E2BE0C53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4A815D-7A76-A02A-CFCF-659D730D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DBB90-6784-6E6D-A350-EDFE2C7D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26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F7ECF82C-4C2F-EC72-9E76-55C535C8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8953" y="6582639"/>
            <a:ext cx="4445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95000"/>
                  </a:schemeClr>
                </a:solidFill>
                <a:latin typeface="Montserrat" pitchFamily="2" charset="0"/>
              </a:defRPr>
            </a:lvl1pPr>
          </a:lstStyle>
          <a:p>
            <a:fld id="{60EACB49-0264-2044-B692-B6E402EC4CD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478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E1B6037C-85F0-31DA-DDC4-CA97DD3A2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8953" y="6582639"/>
            <a:ext cx="4445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95000"/>
                  </a:schemeClr>
                </a:solidFill>
                <a:latin typeface="Montserrat" pitchFamily="2" charset="0"/>
              </a:defRPr>
            </a:lvl1pPr>
          </a:lstStyle>
          <a:p>
            <a:fld id="{60EACB49-0264-2044-B692-B6E402EC4CD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964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rgbClr val="191527"/>
            </a:gs>
            <a:gs pos="51000">
              <a:schemeClr val="tx1"/>
            </a:gs>
            <a:gs pos="22000">
              <a:srgbClr val="040B13"/>
            </a:gs>
            <a:gs pos="0">
              <a:srgbClr val="0E2948"/>
            </a:gs>
            <a:gs pos="100000">
              <a:srgbClr val="53447E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6E8D6-61F6-D396-BD8C-F5FE4A84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1262F9-096C-5247-445B-4AF1477A3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656B91-5E8B-0D41-C7E2-83A1B0A74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D7A20-E963-5741-8DF0-7C9FEE384F4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C2130C-1966-0703-DFCA-FBDFA43B2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EDA4A-BE75-B69A-EDCA-7371714F3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15727-27DE-5740-B478-CBE71FC12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45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AB8F0-FDE4-9084-C865-FFFAE4C8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3DC32F-E82B-8244-42A6-3D021C0EE0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0" y="0"/>
            <a:ext cx="12188299" cy="6858000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BFA0F98-B431-FDBD-3D27-8F5CE28A1711}"/>
              </a:ext>
            </a:extLst>
          </p:cNvPr>
          <p:cNvSpPr/>
          <p:nvPr/>
        </p:nvSpPr>
        <p:spPr>
          <a:xfrm>
            <a:off x="0" y="0"/>
            <a:ext cx="10972800" cy="7585680"/>
          </a:xfrm>
          <a:prstGeom prst="rect">
            <a:avLst/>
          </a:prstGeom>
          <a:gradFill flip="none" rotWithShape="1">
            <a:gsLst>
              <a:gs pos="27000">
                <a:srgbClr val="07252D">
                  <a:alpha val="67394"/>
                </a:srgbClr>
              </a:gs>
              <a:gs pos="0">
                <a:srgbClr val="060B28">
                  <a:alpha val="0"/>
                </a:srgbClr>
              </a:gs>
              <a:gs pos="99000">
                <a:srgbClr val="0D4938">
                  <a:alpha val="21634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037A07-BE42-5BC2-6D9D-40F5EB8A1BC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8784" y="631844"/>
            <a:ext cx="2425975" cy="47321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6E0B10-EA96-96FC-C0A6-61EB915ED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16077" y="606527"/>
            <a:ext cx="1180142" cy="341299"/>
          </a:xfrm>
          <a:prstGeom prst="rect">
            <a:avLst/>
          </a:prstGeom>
        </p:spPr>
      </p:pic>
      <p:grpSp>
        <p:nvGrpSpPr>
          <p:cNvPr id="13" name="Рисунок 7">
            <a:extLst>
              <a:ext uri="{FF2B5EF4-FFF2-40B4-BE49-F238E27FC236}">
                <a16:creationId xmlns:a16="http://schemas.microsoft.com/office/drawing/2014/main" id="{6DB1F293-B766-1E2A-5F35-A95CACC049E9}"/>
              </a:ext>
            </a:extLst>
          </p:cNvPr>
          <p:cNvGrpSpPr/>
          <p:nvPr/>
        </p:nvGrpSpPr>
        <p:grpSpPr>
          <a:xfrm>
            <a:off x="7827325" y="555342"/>
            <a:ext cx="549718" cy="549718"/>
            <a:chOff x="5869072" y="2885703"/>
            <a:chExt cx="784969" cy="78496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6274397A-A181-A32F-2896-585944763800}"/>
                </a:ext>
              </a:extLst>
            </p:cNvPr>
            <p:cNvSpPr/>
            <p:nvPr/>
          </p:nvSpPr>
          <p:spPr>
            <a:xfrm rot="16896057">
              <a:off x="5869072" y="2885703"/>
              <a:ext cx="784969" cy="784969"/>
            </a:xfrm>
            <a:custGeom>
              <a:avLst/>
              <a:gdLst>
                <a:gd name="csX0" fmla="*/ 784969 w 784969"/>
                <a:gd name="csY0" fmla="*/ 392485 h 784969"/>
                <a:gd name="csX1" fmla="*/ 392485 w 784969"/>
                <a:gd name="csY1" fmla="*/ 784969 h 784969"/>
                <a:gd name="csX2" fmla="*/ 0 w 784969"/>
                <a:gd name="csY2" fmla="*/ 392485 h 784969"/>
                <a:gd name="csX3" fmla="*/ 392485 w 784969"/>
                <a:gd name="csY3" fmla="*/ 0 h 784969"/>
                <a:gd name="csX4" fmla="*/ 784969 w 784969"/>
                <a:gd name="csY4" fmla="*/ 392485 h 784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84969" h="784969">
                  <a:moveTo>
                    <a:pt x="784969" y="392485"/>
                  </a:moveTo>
                  <a:cubicBezTo>
                    <a:pt x="784969" y="609248"/>
                    <a:pt x="609248" y="784969"/>
                    <a:pt x="392485" y="784969"/>
                  </a:cubicBezTo>
                  <a:cubicBezTo>
                    <a:pt x="175721" y="784969"/>
                    <a:pt x="0" y="609248"/>
                    <a:pt x="0" y="392485"/>
                  </a:cubicBezTo>
                  <a:cubicBezTo>
                    <a:pt x="0" y="175721"/>
                    <a:pt x="175721" y="0"/>
                    <a:pt x="392485" y="0"/>
                  </a:cubicBezTo>
                  <a:cubicBezTo>
                    <a:pt x="609248" y="0"/>
                    <a:pt x="784969" y="175721"/>
                    <a:pt x="784969" y="392485"/>
                  </a:cubicBezTo>
                  <a:close/>
                </a:path>
              </a:pathLst>
            </a:custGeom>
            <a:solidFill>
              <a:schemeClr val="bg1"/>
            </a:solidFill>
            <a:ln w="15315" cap="flat">
              <a:noFill/>
              <a:prstDash val="solid"/>
              <a:miter/>
            </a:ln>
          </p:spPr>
        </p:sp>
        <p:grpSp>
          <p:nvGrpSpPr>
            <p:cNvPr id="15" name="Рисунок 7">
              <a:extLst>
                <a:ext uri="{FF2B5EF4-FFF2-40B4-BE49-F238E27FC236}">
                  <a16:creationId xmlns:a16="http://schemas.microsoft.com/office/drawing/2014/main" id="{F04F179E-95BD-A63C-DE86-047AB2BFFB69}"/>
                </a:ext>
              </a:extLst>
            </p:cNvPr>
            <p:cNvGrpSpPr/>
            <p:nvPr/>
          </p:nvGrpSpPr>
          <p:grpSpPr>
            <a:xfrm>
              <a:off x="5898824" y="2928123"/>
              <a:ext cx="698358" cy="692790"/>
              <a:chOff x="5898824" y="2928123"/>
              <a:chExt cx="698358" cy="692790"/>
            </a:xfrm>
            <a:grpFill/>
          </p:grpSpPr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5C4283F2-9F2A-E628-2859-2317C601F770}"/>
                  </a:ext>
                </a:extLst>
              </p:cNvPr>
              <p:cNvSpPr/>
              <p:nvPr/>
            </p:nvSpPr>
            <p:spPr>
              <a:xfrm>
                <a:off x="6530257" y="3216901"/>
                <a:ext cx="66925" cy="63078"/>
              </a:xfrm>
              <a:custGeom>
                <a:avLst/>
                <a:gdLst>
                  <a:gd name="csX0" fmla="*/ 1692 w 66925"/>
                  <a:gd name="csY0" fmla="*/ 16616 h 63078"/>
                  <a:gd name="csX1" fmla="*/ 27078 w 66925"/>
                  <a:gd name="csY1" fmla="*/ 14308 h 63078"/>
                  <a:gd name="csX2" fmla="*/ 27385 w 66925"/>
                  <a:gd name="csY2" fmla="*/ 14308 h 63078"/>
                  <a:gd name="csX3" fmla="*/ 29539 w 66925"/>
                  <a:gd name="csY3" fmla="*/ 32001 h 63078"/>
                  <a:gd name="csX4" fmla="*/ 30770 w 66925"/>
                  <a:gd name="csY4" fmla="*/ 49848 h 63078"/>
                  <a:gd name="csX5" fmla="*/ 30462 w 66925"/>
                  <a:gd name="csY5" fmla="*/ 49848 h 63078"/>
                  <a:gd name="csX6" fmla="*/ 5077 w 66925"/>
                  <a:gd name="csY6" fmla="*/ 52155 h 63078"/>
                  <a:gd name="csX7" fmla="*/ 5385 w 66925"/>
                  <a:gd name="csY7" fmla="*/ 63079 h 63078"/>
                  <a:gd name="csX8" fmla="*/ 66925 w 66925"/>
                  <a:gd name="csY8" fmla="*/ 57232 h 63078"/>
                  <a:gd name="csX9" fmla="*/ 66464 w 66925"/>
                  <a:gd name="csY9" fmla="*/ 46309 h 63078"/>
                  <a:gd name="csX10" fmla="*/ 40617 w 66925"/>
                  <a:gd name="csY10" fmla="*/ 48771 h 63078"/>
                  <a:gd name="csX11" fmla="*/ 40463 w 66925"/>
                  <a:gd name="csY11" fmla="*/ 48771 h 63078"/>
                  <a:gd name="csX12" fmla="*/ 39232 w 66925"/>
                  <a:gd name="csY12" fmla="*/ 30924 h 63078"/>
                  <a:gd name="csX13" fmla="*/ 37078 w 66925"/>
                  <a:gd name="csY13" fmla="*/ 13231 h 63078"/>
                  <a:gd name="csX14" fmla="*/ 37232 w 66925"/>
                  <a:gd name="csY14" fmla="*/ 13231 h 63078"/>
                  <a:gd name="csX15" fmla="*/ 63233 w 66925"/>
                  <a:gd name="csY15" fmla="*/ 10770 h 63078"/>
                  <a:gd name="csX16" fmla="*/ 61540 w 66925"/>
                  <a:gd name="csY16" fmla="*/ 0 h 63078"/>
                  <a:gd name="csX17" fmla="*/ 0 w 66925"/>
                  <a:gd name="csY17" fmla="*/ 5846 h 63078"/>
                  <a:gd name="csX18" fmla="*/ 1692 w 66925"/>
                  <a:gd name="csY18" fmla="*/ 16616 h 63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66925" h="63078">
                    <a:moveTo>
                      <a:pt x="1692" y="16616"/>
                    </a:moveTo>
                    <a:lnTo>
                      <a:pt x="27078" y="14308"/>
                    </a:lnTo>
                    <a:lnTo>
                      <a:pt x="27385" y="14308"/>
                    </a:lnTo>
                    <a:cubicBezTo>
                      <a:pt x="28309" y="20154"/>
                      <a:pt x="28924" y="26155"/>
                      <a:pt x="29539" y="32001"/>
                    </a:cubicBezTo>
                    <a:cubicBezTo>
                      <a:pt x="30155" y="37847"/>
                      <a:pt x="30462" y="43847"/>
                      <a:pt x="30770" y="49848"/>
                    </a:cubicBezTo>
                    <a:lnTo>
                      <a:pt x="30462" y="49848"/>
                    </a:lnTo>
                    <a:lnTo>
                      <a:pt x="5077" y="52155"/>
                    </a:lnTo>
                    <a:lnTo>
                      <a:pt x="5385" y="63079"/>
                    </a:lnTo>
                    <a:lnTo>
                      <a:pt x="66925" y="57232"/>
                    </a:lnTo>
                    <a:lnTo>
                      <a:pt x="66464" y="46309"/>
                    </a:lnTo>
                    <a:lnTo>
                      <a:pt x="40617" y="48771"/>
                    </a:lnTo>
                    <a:lnTo>
                      <a:pt x="40463" y="48771"/>
                    </a:lnTo>
                    <a:cubicBezTo>
                      <a:pt x="40155" y="42771"/>
                      <a:pt x="39847" y="36924"/>
                      <a:pt x="39232" y="30924"/>
                    </a:cubicBezTo>
                    <a:cubicBezTo>
                      <a:pt x="38617" y="25078"/>
                      <a:pt x="38001" y="19077"/>
                      <a:pt x="37078" y="13231"/>
                    </a:cubicBezTo>
                    <a:lnTo>
                      <a:pt x="37232" y="13231"/>
                    </a:lnTo>
                    <a:lnTo>
                      <a:pt x="63233" y="10770"/>
                    </a:lnTo>
                    <a:lnTo>
                      <a:pt x="61540" y="0"/>
                    </a:lnTo>
                    <a:lnTo>
                      <a:pt x="0" y="5846"/>
                    </a:lnTo>
                    <a:lnTo>
                      <a:pt x="1692" y="16616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17" name="Полилиния 16">
                <a:extLst>
                  <a:ext uri="{FF2B5EF4-FFF2-40B4-BE49-F238E27FC236}">
                    <a16:creationId xmlns:a16="http://schemas.microsoft.com/office/drawing/2014/main" id="{AEDC858F-F97D-0BE2-187E-0D71CAB85FE9}"/>
                  </a:ext>
                </a:extLst>
              </p:cNvPr>
              <p:cNvSpPr/>
              <p:nvPr/>
            </p:nvSpPr>
            <p:spPr>
              <a:xfrm>
                <a:off x="6043166" y="2967201"/>
                <a:ext cx="77079" cy="79540"/>
              </a:xfrm>
              <a:custGeom>
                <a:avLst/>
                <a:gdLst>
                  <a:gd name="csX0" fmla="*/ 40924 w 77079"/>
                  <a:gd name="csY0" fmla="*/ 73541 h 79540"/>
                  <a:gd name="csX1" fmla="*/ 27539 w 77079"/>
                  <a:gd name="csY1" fmla="*/ 51540 h 79540"/>
                  <a:gd name="csX2" fmla="*/ 34001 w 77079"/>
                  <a:gd name="csY2" fmla="*/ 47540 h 79540"/>
                  <a:gd name="csX3" fmla="*/ 52309 w 77079"/>
                  <a:gd name="csY3" fmla="*/ 54617 h 79540"/>
                  <a:gd name="csX4" fmla="*/ 77079 w 77079"/>
                  <a:gd name="csY4" fmla="*/ 52309 h 79540"/>
                  <a:gd name="csX5" fmla="*/ 72156 w 77079"/>
                  <a:gd name="csY5" fmla="*/ 44155 h 79540"/>
                  <a:gd name="csX6" fmla="*/ 57079 w 77079"/>
                  <a:gd name="csY6" fmla="*/ 44924 h 79540"/>
                  <a:gd name="csX7" fmla="*/ 37078 w 77079"/>
                  <a:gd name="csY7" fmla="*/ 37693 h 79540"/>
                  <a:gd name="csX8" fmla="*/ 43694 w 77079"/>
                  <a:gd name="csY8" fmla="*/ 0 h 79540"/>
                  <a:gd name="csX9" fmla="*/ 32616 w 77079"/>
                  <a:gd name="csY9" fmla="*/ 6308 h 79540"/>
                  <a:gd name="csX10" fmla="*/ 27847 w 77079"/>
                  <a:gd name="csY10" fmla="*/ 39386 h 79540"/>
                  <a:gd name="csX11" fmla="*/ 22462 w 77079"/>
                  <a:gd name="csY11" fmla="*/ 42771 h 79540"/>
                  <a:gd name="csX12" fmla="*/ 8923 w 77079"/>
                  <a:gd name="csY12" fmla="*/ 20616 h 79540"/>
                  <a:gd name="csX13" fmla="*/ 0 w 77079"/>
                  <a:gd name="csY13" fmla="*/ 26924 h 79540"/>
                  <a:gd name="csX14" fmla="*/ 32155 w 77079"/>
                  <a:gd name="csY14" fmla="*/ 79541 h 79540"/>
                  <a:gd name="csX15" fmla="*/ 40924 w 77079"/>
                  <a:gd name="csY15" fmla="*/ 73541 h 79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7079" h="79540">
                    <a:moveTo>
                      <a:pt x="40924" y="73541"/>
                    </a:moveTo>
                    <a:lnTo>
                      <a:pt x="27539" y="51540"/>
                    </a:lnTo>
                    <a:lnTo>
                      <a:pt x="34001" y="47540"/>
                    </a:lnTo>
                    <a:lnTo>
                      <a:pt x="52309" y="54617"/>
                    </a:lnTo>
                    <a:cubicBezTo>
                      <a:pt x="61540" y="58309"/>
                      <a:pt x="70618" y="59540"/>
                      <a:pt x="77079" y="52309"/>
                    </a:cubicBezTo>
                    <a:lnTo>
                      <a:pt x="72156" y="44155"/>
                    </a:lnTo>
                    <a:cubicBezTo>
                      <a:pt x="69079" y="47540"/>
                      <a:pt x="64156" y="47386"/>
                      <a:pt x="57079" y="44924"/>
                    </a:cubicBezTo>
                    <a:lnTo>
                      <a:pt x="37078" y="37693"/>
                    </a:lnTo>
                    <a:lnTo>
                      <a:pt x="43694" y="0"/>
                    </a:lnTo>
                    <a:lnTo>
                      <a:pt x="32616" y="6308"/>
                    </a:lnTo>
                    <a:lnTo>
                      <a:pt x="27847" y="39386"/>
                    </a:lnTo>
                    <a:lnTo>
                      <a:pt x="22462" y="42771"/>
                    </a:lnTo>
                    <a:lnTo>
                      <a:pt x="8923" y="20616"/>
                    </a:lnTo>
                    <a:lnTo>
                      <a:pt x="0" y="26924"/>
                    </a:lnTo>
                    <a:lnTo>
                      <a:pt x="32155" y="79541"/>
                    </a:lnTo>
                    <a:lnTo>
                      <a:pt x="40924" y="73541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18" name="Полилиния 17">
                <a:extLst>
                  <a:ext uri="{FF2B5EF4-FFF2-40B4-BE49-F238E27FC236}">
                    <a16:creationId xmlns:a16="http://schemas.microsoft.com/office/drawing/2014/main" id="{3FC32BD9-C911-E6F1-DA66-210D73075942}"/>
                  </a:ext>
                </a:extLst>
              </p:cNvPr>
              <p:cNvSpPr/>
              <p:nvPr/>
            </p:nvSpPr>
            <p:spPr>
              <a:xfrm>
                <a:off x="6195478" y="2928123"/>
                <a:ext cx="59386" cy="65889"/>
              </a:xfrm>
              <a:custGeom>
                <a:avLst/>
                <a:gdLst>
                  <a:gd name="csX0" fmla="*/ 23385 w 59386"/>
                  <a:gd name="csY0" fmla="*/ 16924 h 65889"/>
                  <a:gd name="csX1" fmla="*/ 22924 w 59386"/>
                  <a:gd name="csY1" fmla="*/ 10923 h 65889"/>
                  <a:gd name="csX2" fmla="*/ 26001 w 59386"/>
                  <a:gd name="csY2" fmla="*/ 10616 h 65889"/>
                  <a:gd name="csX3" fmla="*/ 44463 w 59386"/>
                  <a:gd name="csY3" fmla="*/ 9693 h 65889"/>
                  <a:gd name="csX4" fmla="*/ 48463 w 59386"/>
                  <a:gd name="csY4" fmla="*/ 61848 h 65889"/>
                  <a:gd name="csX5" fmla="*/ 59386 w 59386"/>
                  <a:gd name="csY5" fmla="*/ 61079 h 65889"/>
                  <a:gd name="csX6" fmla="*/ 55386 w 59386"/>
                  <a:gd name="csY6" fmla="*/ 9846 h 65889"/>
                  <a:gd name="csX7" fmla="*/ 54617 w 59386"/>
                  <a:gd name="csY7" fmla="*/ 0 h 65889"/>
                  <a:gd name="csX8" fmla="*/ 36924 w 59386"/>
                  <a:gd name="csY8" fmla="*/ 308 h 65889"/>
                  <a:gd name="csX9" fmla="*/ 13539 w 59386"/>
                  <a:gd name="csY9" fmla="*/ 2154 h 65889"/>
                  <a:gd name="csX10" fmla="*/ 12000 w 59386"/>
                  <a:gd name="csY10" fmla="*/ 2308 h 65889"/>
                  <a:gd name="csX11" fmla="*/ 12770 w 59386"/>
                  <a:gd name="csY11" fmla="*/ 12000 h 65889"/>
                  <a:gd name="csX12" fmla="*/ 12923 w 59386"/>
                  <a:gd name="csY12" fmla="*/ 14462 h 65889"/>
                  <a:gd name="csX13" fmla="*/ 3846 w 59386"/>
                  <a:gd name="csY13" fmla="*/ 56617 h 65889"/>
                  <a:gd name="csX14" fmla="*/ 308 w 59386"/>
                  <a:gd name="csY14" fmla="*/ 56309 h 65889"/>
                  <a:gd name="csX15" fmla="*/ 0 w 59386"/>
                  <a:gd name="csY15" fmla="*/ 65387 h 65889"/>
                  <a:gd name="csX16" fmla="*/ 7693 w 59386"/>
                  <a:gd name="csY16" fmla="*/ 65848 h 65889"/>
                  <a:gd name="csX17" fmla="*/ 23385 w 59386"/>
                  <a:gd name="csY17" fmla="*/ 16924 h 658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59386" h="65889">
                    <a:moveTo>
                      <a:pt x="23385" y="16924"/>
                    </a:moveTo>
                    <a:lnTo>
                      <a:pt x="22924" y="10923"/>
                    </a:lnTo>
                    <a:cubicBezTo>
                      <a:pt x="24001" y="10770"/>
                      <a:pt x="25078" y="10770"/>
                      <a:pt x="26001" y="10616"/>
                    </a:cubicBezTo>
                    <a:cubicBezTo>
                      <a:pt x="32155" y="10154"/>
                      <a:pt x="38309" y="9846"/>
                      <a:pt x="44463" y="9693"/>
                    </a:cubicBezTo>
                    <a:lnTo>
                      <a:pt x="48463" y="61848"/>
                    </a:lnTo>
                    <a:lnTo>
                      <a:pt x="59386" y="61079"/>
                    </a:lnTo>
                    <a:lnTo>
                      <a:pt x="55386" y="9846"/>
                    </a:lnTo>
                    <a:lnTo>
                      <a:pt x="54617" y="0"/>
                    </a:lnTo>
                    <a:cubicBezTo>
                      <a:pt x="48771" y="0"/>
                      <a:pt x="42771" y="0"/>
                      <a:pt x="36924" y="308"/>
                    </a:cubicBezTo>
                    <a:lnTo>
                      <a:pt x="13539" y="2154"/>
                    </a:lnTo>
                    <a:cubicBezTo>
                      <a:pt x="13077" y="2154"/>
                      <a:pt x="12462" y="2308"/>
                      <a:pt x="12000" y="2308"/>
                    </a:cubicBezTo>
                    <a:lnTo>
                      <a:pt x="12770" y="12000"/>
                    </a:lnTo>
                    <a:lnTo>
                      <a:pt x="12923" y="14462"/>
                    </a:lnTo>
                    <a:cubicBezTo>
                      <a:pt x="15693" y="51694"/>
                      <a:pt x="10154" y="56156"/>
                      <a:pt x="3846" y="56617"/>
                    </a:cubicBezTo>
                    <a:cubicBezTo>
                      <a:pt x="2462" y="56771"/>
                      <a:pt x="1077" y="56617"/>
                      <a:pt x="308" y="56309"/>
                    </a:cubicBezTo>
                    <a:lnTo>
                      <a:pt x="0" y="65387"/>
                    </a:lnTo>
                    <a:cubicBezTo>
                      <a:pt x="1692" y="65694"/>
                      <a:pt x="5231" y="66002"/>
                      <a:pt x="7693" y="65848"/>
                    </a:cubicBezTo>
                    <a:cubicBezTo>
                      <a:pt x="19693" y="64925"/>
                      <a:pt x="26309" y="56463"/>
                      <a:pt x="23385" y="16924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19" name="Полилиния 18">
                <a:extLst>
                  <a:ext uri="{FF2B5EF4-FFF2-40B4-BE49-F238E27FC236}">
                    <a16:creationId xmlns:a16="http://schemas.microsoft.com/office/drawing/2014/main" id="{238EACD0-3D52-AC2B-9CD9-54D650FF0E0F}"/>
                  </a:ext>
                </a:extLst>
              </p:cNvPr>
              <p:cNvSpPr/>
              <p:nvPr/>
            </p:nvSpPr>
            <p:spPr>
              <a:xfrm>
                <a:off x="6115951" y="2942185"/>
                <a:ext cx="65358" cy="64956"/>
              </a:xfrm>
              <a:custGeom>
                <a:avLst/>
                <a:gdLst>
                  <a:gd name="csX0" fmla="*/ 42603 w 65358"/>
                  <a:gd name="csY0" fmla="*/ 63171 h 64956"/>
                  <a:gd name="csX1" fmla="*/ 63680 w 65358"/>
                  <a:gd name="csY1" fmla="*/ 22401 h 64956"/>
                  <a:gd name="csX2" fmla="*/ 22756 w 65358"/>
                  <a:gd name="csY2" fmla="*/ 1785 h 64956"/>
                  <a:gd name="csX3" fmla="*/ 1678 w 65358"/>
                  <a:gd name="csY3" fmla="*/ 42555 h 64956"/>
                  <a:gd name="csX4" fmla="*/ 42603 w 65358"/>
                  <a:gd name="csY4" fmla="*/ 63171 h 64956"/>
                  <a:gd name="csX5" fmla="*/ 25833 w 65358"/>
                  <a:gd name="csY5" fmla="*/ 11477 h 64956"/>
                  <a:gd name="csX6" fmla="*/ 52911 w 65358"/>
                  <a:gd name="csY6" fmla="*/ 26093 h 64956"/>
                  <a:gd name="csX7" fmla="*/ 52141 w 65358"/>
                  <a:gd name="csY7" fmla="*/ 42863 h 64956"/>
                  <a:gd name="csX8" fmla="*/ 39679 w 65358"/>
                  <a:gd name="csY8" fmla="*/ 53786 h 64956"/>
                  <a:gd name="csX9" fmla="*/ 12602 w 65358"/>
                  <a:gd name="csY9" fmla="*/ 39171 h 64956"/>
                  <a:gd name="csX10" fmla="*/ 20602 w 65358"/>
                  <a:gd name="csY10" fmla="*/ 14554 h 64956"/>
                  <a:gd name="csX11" fmla="*/ 25833 w 65358"/>
                  <a:gd name="csY11" fmla="*/ 11477 h 64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5358" h="64956">
                    <a:moveTo>
                      <a:pt x="42603" y="63171"/>
                    </a:moveTo>
                    <a:cubicBezTo>
                      <a:pt x="60757" y="57171"/>
                      <a:pt x="69219" y="39017"/>
                      <a:pt x="63680" y="22401"/>
                    </a:cubicBezTo>
                    <a:cubicBezTo>
                      <a:pt x="58142" y="5477"/>
                      <a:pt x="41064" y="-4215"/>
                      <a:pt x="22756" y="1785"/>
                    </a:cubicBezTo>
                    <a:cubicBezTo>
                      <a:pt x="4601" y="7785"/>
                      <a:pt x="-3860" y="25939"/>
                      <a:pt x="1678" y="42555"/>
                    </a:cubicBezTo>
                    <a:cubicBezTo>
                      <a:pt x="7217" y="59479"/>
                      <a:pt x="24448" y="69172"/>
                      <a:pt x="42603" y="63171"/>
                    </a:cubicBezTo>
                    <a:close/>
                    <a:moveTo>
                      <a:pt x="25833" y="11477"/>
                    </a:moveTo>
                    <a:cubicBezTo>
                      <a:pt x="37679" y="7631"/>
                      <a:pt x="49064" y="14554"/>
                      <a:pt x="52911" y="26093"/>
                    </a:cubicBezTo>
                    <a:cubicBezTo>
                      <a:pt x="54757" y="31940"/>
                      <a:pt x="54449" y="37940"/>
                      <a:pt x="52141" y="42863"/>
                    </a:cubicBezTo>
                    <a:cubicBezTo>
                      <a:pt x="49834" y="47786"/>
                      <a:pt x="45680" y="51786"/>
                      <a:pt x="39679" y="53786"/>
                    </a:cubicBezTo>
                    <a:cubicBezTo>
                      <a:pt x="27833" y="57633"/>
                      <a:pt x="16448" y="50709"/>
                      <a:pt x="12602" y="39171"/>
                    </a:cubicBezTo>
                    <a:cubicBezTo>
                      <a:pt x="9525" y="29478"/>
                      <a:pt x="12756" y="19785"/>
                      <a:pt x="20602" y="14554"/>
                    </a:cubicBezTo>
                    <a:cubicBezTo>
                      <a:pt x="22294" y="13324"/>
                      <a:pt x="23833" y="12093"/>
                      <a:pt x="25833" y="11477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0" name="Полилиния 19">
                <a:extLst>
                  <a:ext uri="{FF2B5EF4-FFF2-40B4-BE49-F238E27FC236}">
                    <a16:creationId xmlns:a16="http://schemas.microsoft.com/office/drawing/2014/main" id="{F7DEE4C2-62EC-0223-4727-874F1B944E45}"/>
                  </a:ext>
                </a:extLst>
              </p:cNvPr>
              <p:cNvSpPr/>
              <p:nvPr/>
            </p:nvSpPr>
            <p:spPr>
              <a:xfrm>
                <a:off x="6428878" y="3008323"/>
                <a:ext cx="65460" cy="65446"/>
              </a:xfrm>
              <a:custGeom>
                <a:avLst/>
                <a:gdLst>
                  <a:gd name="csX0" fmla="*/ 56917 w 65460"/>
                  <a:gd name="csY0" fmla="*/ 54728 h 65446"/>
                  <a:gd name="csX1" fmla="*/ 54455 w 65460"/>
                  <a:gd name="csY1" fmla="*/ 8880 h 65446"/>
                  <a:gd name="csX2" fmla="*/ 25839 w 65460"/>
                  <a:gd name="csY2" fmla="*/ 726 h 65446"/>
                  <a:gd name="csX3" fmla="*/ 28300 w 65460"/>
                  <a:gd name="csY3" fmla="*/ 11649 h 65446"/>
                  <a:gd name="csX4" fmla="*/ 47686 w 65460"/>
                  <a:gd name="csY4" fmla="*/ 16419 h 65446"/>
                  <a:gd name="csX5" fmla="*/ 51224 w 65460"/>
                  <a:gd name="csY5" fmla="*/ 42881 h 65446"/>
                  <a:gd name="csX6" fmla="*/ 36916 w 65460"/>
                  <a:gd name="csY6" fmla="*/ 29188 h 65446"/>
                  <a:gd name="csX7" fmla="*/ 30762 w 65460"/>
                  <a:gd name="csY7" fmla="*/ 23650 h 65446"/>
                  <a:gd name="csX8" fmla="*/ 24454 w 65460"/>
                  <a:gd name="csY8" fmla="*/ 31035 h 65446"/>
                  <a:gd name="csX9" fmla="*/ 30454 w 65460"/>
                  <a:gd name="csY9" fmla="*/ 36266 h 65446"/>
                  <a:gd name="csX10" fmla="*/ 44763 w 65460"/>
                  <a:gd name="csY10" fmla="*/ 50112 h 65446"/>
                  <a:gd name="csX11" fmla="*/ 17685 w 65460"/>
                  <a:gd name="csY11" fmla="*/ 49035 h 65446"/>
                  <a:gd name="csX12" fmla="*/ 11223 w 65460"/>
                  <a:gd name="csY12" fmla="*/ 29650 h 65446"/>
                  <a:gd name="csX13" fmla="*/ 300 w 65460"/>
                  <a:gd name="csY13" fmla="*/ 28111 h 65446"/>
                  <a:gd name="csX14" fmla="*/ 11069 w 65460"/>
                  <a:gd name="csY14" fmla="*/ 56574 h 65446"/>
                  <a:gd name="csX15" fmla="*/ 56917 w 65460"/>
                  <a:gd name="csY15" fmla="*/ 54728 h 654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5460" h="65446">
                    <a:moveTo>
                      <a:pt x="56917" y="54728"/>
                    </a:moveTo>
                    <a:cubicBezTo>
                      <a:pt x="68763" y="41804"/>
                      <a:pt x="68609" y="21804"/>
                      <a:pt x="54455" y="8880"/>
                    </a:cubicBezTo>
                    <a:cubicBezTo>
                      <a:pt x="45839" y="1188"/>
                      <a:pt x="35531" y="-1428"/>
                      <a:pt x="25839" y="726"/>
                    </a:cubicBezTo>
                    <a:lnTo>
                      <a:pt x="28300" y="11649"/>
                    </a:lnTo>
                    <a:cubicBezTo>
                      <a:pt x="34916" y="9957"/>
                      <a:pt x="41993" y="11342"/>
                      <a:pt x="47686" y="16419"/>
                    </a:cubicBezTo>
                    <a:cubicBezTo>
                      <a:pt x="55532" y="23650"/>
                      <a:pt x="56455" y="34266"/>
                      <a:pt x="51224" y="42881"/>
                    </a:cubicBezTo>
                    <a:cubicBezTo>
                      <a:pt x="46609" y="38112"/>
                      <a:pt x="41839" y="33496"/>
                      <a:pt x="36916" y="29188"/>
                    </a:cubicBezTo>
                    <a:cubicBezTo>
                      <a:pt x="34916" y="27342"/>
                      <a:pt x="32762" y="25496"/>
                      <a:pt x="30762" y="23650"/>
                    </a:cubicBezTo>
                    <a:lnTo>
                      <a:pt x="24454" y="31035"/>
                    </a:lnTo>
                    <a:cubicBezTo>
                      <a:pt x="26454" y="32727"/>
                      <a:pt x="28454" y="34573"/>
                      <a:pt x="30454" y="36266"/>
                    </a:cubicBezTo>
                    <a:cubicBezTo>
                      <a:pt x="35378" y="40727"/>
                      <a:pt x="40147" y="45343"/>
                      <a:pt x="44763" y="50112"/>
                    </a:cubicBezTo>
                    <a:cubicBezTo>
                      <a:pt x="36608" y="56112"/>
                      <a:pt x="25685" y="56266"/>
                      <a:pt x="17685" y="49035"/>
                    </a:cubicBezTo>
                    <a:cubicBezTo>
                      <a:pt x="11838" y="43804"/>
                      <a:pt x="9838" y="36573"/>
                      <a:pt x="11223" y="29650"/>
                    </a:cubicBezTo>
                    <a:lnTo>
                      <a:pt x="300" y="28111"/>
                    </a:lnTo>
                    <a:cubicBezTo>
                      <a:pt x="-1085" y="38112"/>
                      <a:pt x="2300" y="48727"/>
                      <a:pt x="11069" y="56574"/>
                    </a:cubicBezTo>
                    <a:cubicBezTo>
                      <a:pt x="25223" y="69497"/>
                      <a:pt x="44916" y="67805"/>
                      <a:pt x="56917" y="54728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1" name="Полилиния 20">
                <a:extLst>
                  <a:ext uri="{FF2B5EF4-FFF2-40B4-BE49-F238E27FC236}">
                    <a16:creationId xmlns:a16="http://schemas.microsoft.com/office/drawing/2014/main" id="{79B27394-FEAD-ED2C-1CA9-287491166ABA}"/>
                  </a:ext>
                </a:extLst>
              </p:cNvPr>
              <p:cNvSpPr/>
              <p:nvPr/>
            </p:nvSpPr>
            <p:spPr>
              <a:xfrm>
                <a:off x="6150400" y="3089513"/>
                <a:ext cx="222314" cy="367857"/>
              </a:xfrm>
              <a:custGeom>
                <a:avLst/>
                <a:gdLst>
                  <a:gd name="csX0" fmla="*/ 179698 w 222314"/>
                  <a:gd name="csY0" fmla="*/ 137081 h 367857"/>
                  <a:gd name="csX1" fmla="*/ 198929 w 222314"/>
                  <a:gd name="csY1" fmla="*/ 84156 h 367857"/>
                  <a:gd name="csX2" fmla="*/ 169236 w 222314"/>
                  <a:gd name="csY2" fmla="*/ 20154 h 367857"/>
                  <a:gd name="csX3" fmla="*/ 98618 w 222314"/>
                  <a:gd name="csY3" fmla="*/ 0 h 367857"/>
                  <a:gd name="csX4" fmla="*/ 79695 w 222314"/>
                  <a:gd name="csY4" fmla="*/ 0 h 367857"/>
                  <a:gd name="csX5" fmla="*/ 77849 w 222314"/>
                  <a:gd name="csY5" fmla="*/ 0 h 367857"/>
                  <a:gd name="csX6" fmla="*/ 0 w 222314"/>
                  <a:gd name="csY6" fmla="*/ 0 h 367857"/>
                  <a:gd name="csX7" fmla="*/ 0 w 222314"/>
                  <a:gd name="csY7" fmla="*/ 367857 h 367857"/>
                  <a:gd name="csX8" fmla="*/ 222314 w 222314"/>
                  <a:gd name="csY8" fmla="*/ 367857 h 367857"/>
                  <a:gd name="csX9" fmla="*/ 222314 w 222314"/>
                  <a:gd name="csY9" fmla="*/ 297240 h 367857"/>
                  <a:gd name="csX10" fmla="*/ 144004 w 222314"/>
                  <a:gd name="csY10" fmla="*/ 164313 h 367857"/>
                  <a:gd name="csX11" fmla="*/ 179698 w 222314"/>
                  <a:gd name="csY11" fmla="*/ 137081 h 367857"/>
                  <a:gd name="csX12" fmla="*/ 135543 w 222314"/>
                  <a:gd name="csY12" fmla="*/ 130004 h 367857"/>
                  <a:gd name="csX13" fmla="*/ 85541 w 222314"/>
                  <a:gd name="csY13" fmla="*/ 154312 h 367857"/>
                  <a:gd name="csX14" fmla="*/ 85079 w 222314"/>
                  <a:gd name="csY14" fmla="*/ 154312 h 367857"/>
                  <a:gd name="csX15" fmla="*/ 85079 w 222314"/>
                  <a:gd name="csY15" fmla="*/ 172621 h 367857"/>
                  <a:gd name="csX16" fmla="*/ 172005 w 222314"/>
                  <a:gd name="csY16" fmla="*/ 290163 h 367857"/>
                  <a:gd name="csX17" fmla="*/ 172005 w 222314"/>
                  <a:gd name="csY17" fmla="*/ 347395 h 367857"/>
                  <a:gd name="csX18" fmla="*/ 172005 w 222314"/>
                  <a:gd name="csY18" fmla="*/ 347395 h 367857"/>
                  <a:gd name="csX19" fmla="*/ 131850 w 222314"/>
                  <a:gd name="csY19" fmla="*/ 347395 h 367857"/>
                  <a:gd name="csX20" fmla="*/ 131850 w 222314"/>
                  <a:gd name="csY20" fmla="*/ 224622 h 367857"/>
                  <a:gd name="csX21" fmla="*/ 85541 w 222314"/>
                  <a:gd name="csY21" fmla="*/ 224622 h 367857"/>
                  <a:gd name="csX22" fmla="*/ 85541 w 222314"/>
                  <a:gd name="csY22" fmla="*/ 347549 h 367857"/>
                  <a:gd name="csX23" fmla="*/ 50155 w 222314"/>
                  <a:gd name="csY23" fmla="*/ 347549 h 367857"/>
                  <a:gd name="csX24" fmla="*/ 50155 w 222314"/>
                  <a:gd name="csY24" fmla="*/ 18308 h 367857"/>
                  <a:gd name="csX25" fmla="*/ 86618 w 222314"/>
                  <a:gd name="csY25" fmla="*/ 18308 h 367857"/>
                  <a:gd name="csX26" fmla="*/ 135543 w 222314"/>
                  <a:gd name="csY26" fmla="*/ 39540 h 367857"/>
                  <a:gd name="csX27" fmla="*/ 149389 w 222314"/>
                  <a:gd name="csY27" fmla="*/ 73233 h 367857"/>
                  <a:gd name="csX28" fmla="*/ 85541 w 222314"/>
                  <a:gd name="csY28" fmla="*/ 73233 h 367857"/>
                  <a:gd name="csX29" fmla="*/ 85541 w 222314"/>
                  <a:gd name="csY29" fmla="*/ 91387 h 367857"/>
                  <a:gd name="csX30" fmla="*/ 149851 w 222314"/>
                  <a:gd name="csY30" fmla="*/ 91387 h 367857"/>
                  <a:gd name="csX31" fmla="*/ 135543 w 222314"/>
                  <a:gd name="csY31" fmla="*/ 130004 h 3678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222314" h="367857">
                    <a:moveTo>
                      <a:pt x="179698" y="137081"/>
                    </a:moveTo>
                    <a:cubicBezTo>
                      <a:pt x="193237" y="121388"/>
                      <a:pt x="198929" y="102311"/>
                      <a:pt x="198929" y="84156"/>
                    </a:cubicBezTo>
                    <a:cubicBezTo>
                      <a:pt x="198929" y="69541"/>
                      <a:pt x="194929" y="40309"/>
                      <a:pt x="169236" y="20154"/>
                    </a:cubicBezTo>
                    <a:cubicBezTo>
                      <a:pt x="151543" y="6462"/>
                      <a:pt x="136004" y="0"/>
                      <a:pt x="98618" y="0"/>
                    </a:cubicBezTo>
                    <a:lnTo>
                      <a:pt x="79695" y="0"/>
                    </a:lnTo>
                    <a:cubicBezTo>
                      <a:pt x="79079" y="0"/>
                      <a:pt x="78618" y="0"/>
                      <a:pt x="77849" y="0"/>
                    </a:cubicBezTo>
                    <a:lnTo>
                      <a:pt x="0" y="0"/>
                    </a:lnTo>
                    <a:lnTo>
                      <a:pt x="0" y="367857"/>
                    </a:lnTo>
                    <a:lnTo>
                      <a:pt x="222314" y="367857"/>
                    </a:lnTo>
                    <a:lnTo>
                      <a:pt x="222314" y="297240"/>
                    </a:lnTo>
                    <a:cubicBezTo>
                      <a:pt x="222314" y="229699"/>
                      <a:pt x="200468" y="184313"/>
                      <a:pt x="144004" y="164313"/>
                    </a:cubicBezTo>
                    <a:cubicBezTo>
                      <a:pt x="161697" y="156928"/>
                      <a:pt x="172621" y="145697"/>
                      <a:pt x="179698" y="137081"/>
                    </a:cubicBezTo>
                    <a:close/>
                    <a:moveTo>
                      <a:pt x="135543" y="130004"/>
                    </a:moveTo>
                    <a:cubicBezTo>
                      <a:pt x="125388" y="142620"/>
                      <a:pt x="108926" y="154312"/>
                      <a:pt x="85541" y="154312"/>
                    </a:cubicBezTo>
                    <a:cubicBezTo>
                      <a:pt x="85387" y="154312"/>
                      <a:pt x="85233" y="154312"/>
                      <a:pt x="85079" y="154312"/>
                    </a:cubicBezTo>
                    <a:lnTo>
                      <a:pt x="85079" y="172621"/>
                    </a:lnTo>
                    <a:cubicBezTo>
                      <a:pt x="147543" y="172621"/>
                      <a:pt x="172005" y="214160"/>
                      <a:pt x="172005" y="290163"/>
                    </a:cubicBezTo>
                    <a:lnTo>
                      <a:pt x="172005" y="347395"/>
                    </a:lnTo>
                    <a:lnTo>
                      <a:pt x="172005" y="347395"/>
                    </a:lnTo>
                    <a:lnTo>
                      <a:pt x="131850" y="347395"/>
                    </a:lnTo>
                    <a:lnTo>
                      <a:pt x="131850" y="224622"/>
                    </a:lnTo>
                    <a:lnTo>
                      <a:pt x="85541" y="224622"/>
                    </a:lnTo>
                    <a:lnTo>
                      <a:pt x="85541" y="347549"/>
                    </a:lnTo>
                    <a:lnTo>
                      <a:pt x="50155" y="347549"/>
                    </a:lnTo>
                    <a:lnTo>
                      <a:pt x="50155" y="18308"/>
                    </a:lnTo>
                    <a:lnTo>
                      <a:pt x="86618" y="18308"/>
                    </a:lnTo>
                    <a:cubicBezTo>
                      <a:pt x="100311" y="18308"/>
                      <a:pt x="120927" y="21385"/>
                      <a:pt x="135543" y="39540"/>
                    </a:cubicBezTo>
                    <a:cubicBezTo>
                      <a:pt x="143081" y="48771"/>
                      <a:pt x="147851" y="60925"/>
                      <a:pt x="149389" y="73233"/>
                    </a:cubicBezTo>
                    <a:lnTo>
                      <a:pt x="85541" y="73233"/>
                    </a:lnTo>
                    <a:lnTo>
                      <a:pt x="85541" y="91387"/>
                    </a:lnTo>
                    <a:lnTo>
                      <a:pt x="149851" y="91387"/>
                    </a:lnTo>
                    <a:cubicBezTo>
                      <a:pt x="149389" y="103080"/>
                      <a:pt x="146928" y="116157"/>
                      <a:pt x="135543" y="130004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2" name="Полилиния 21">
                <a:extLst>
                  <a:ext uri="{FF2B5EF4-FFF2-40B4-BE49-F238E27FC236}">
                    <a16:creationId xmlns:a16="http://schemas.microsoft.com/office/drawing/2014/main" id="{3B1AAE6A-0EE7-91B1-EDEC-1125D90CEE43}"/>
                  </a:ext>
                </a:extLst>
              </p:cNvPr>
              <p:cNvSpPr/>
              <p:nvPr/>
            </p:nvSpPr>
            <p:spPr>
              <a:xfrm>
                <a:off x="6378774" y="2981108"/>
                <a:ext cx="24957" cy="24957"/>
              </a:xfrm>
              <a:custGeom>
                <a:avLst/>
                <a:gdLst>
                  <a:gd name="csX0" fmla="*/ 6863 w 24957"/>
                  <a:gd name="csY0" fmla="*/ 23633 h 24957"/>
                  <a:gd name="csX1" fmla="*/ 23633 w 24957"/>
                  <a:gd name="csY1" fmla="*/ 18094 h 24957"/>
                  <a:gd name="csX2" fmla="*/ 18094 w 24957"/>
                  <a:gd name="csY2" fmla="*/ 1325 h 24957"/>
                  <a:gd name="csX3" fmla="*/ 1325 w 24957"/>
                  <a:gd name="csY3" fmla="*/ 6863 h 24957"/>
                  <a:gd name="csX4" fmla="*/ 6863 w 24957"/>
                  <a:gd name="csY4" fmla="*/ 23633 h 249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957" h="24957">
                    <a:moveTo>
                      <a:pt x="6863" y="23633"/>
                    </a:moveTo>
                    <a:cubicBezTo>
                      <a:pt x="13017" y="26710"/>
                      <a:pt x="20556" y="24248"/>
                      <a:pt x="23633" y="18094"/>
                    </a:cubicBezTo>
                    <a:cubicBezTo>
                      <a:pt x="26710" y="11940"/>
                      <a:pt x="24248" y="4402"/>
                      <a:pt x="18094" y="1325"/>
                    </a:cubicBezTo>
                    <a:cubicBezTo>
                      <a:pt x="11940" y="-1752"/>
                      <a:pt x="4402" y="709"/>
                      <a:pt x="1325" y="6863"/>
                    </a:cubicBezTo>
                    <a:cubicBezTo>
                      <a:pt x="-1752" y="13017"/>
                      <a:pt x="709" y="20556"/>
                      <a:pt x="6863" y="23633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3" name="Полилиния 22">
                <a:extLst>
                  <a:ext uri="{FF2B5EF4-FFF2-40B4-BE49-F238E27FC236}">
                    <a16:creationId xmlns:a16="http://schemas.microsoft.com/office/drawing/2014/main" id="{4D83EC66-FBD3-1D53-C237-ABE93032A991}"/>
                  </a:ext>
                </a:extLst>
              </p:cNvPr>
              <p:cNvSpPr/>
              <p:nvPr/>
            </p:nvSpPr>
            <p:spPr>
              <a:xfrm>
                <a:off x="6268096" y="2933354"/>
                <a:ext cx="64309" cy="69386"/>
              </a:xfrm>
              <a:custGeom>
                <a:avLst/>
                <a:gdLst>
                  <a:gd name="csX0" fmla="*/ 20462 w 64309"/>
                  <a:gd name="csY0" fmla="*/ 45078 h 69386"/>
                  <a:gd name="csX1" fmla="*/ 20462 w 64309"/>
                  <a:gd name="csY1" fmla="*/ 45078 h 69386"/>
                  <a:gd name="csX2" fmla="*/ 35078 w 64309"/>
                  <a:gd name="csY2" fmla="*/ 47386 h 69386"/>
                  <a:gd name="csX3" fmla="*/ 49540 w 64309"/>
                  <a:gd name="csY3" fmla="*/ 50463 h 69386"/>
                  <a:gd name="csX4" fmla="*/ 49540 w 64309"/>
                  <a:gd name="csY4" fmla="*/ 50463 h 69386"/>
                  <a:gd name="csX5" fmla="*/ 52771 w 64309"/>
                  <a:gd name="csY5" fmla="*/ 66156 h 69386"/>
                  <a:gd name="csX6" fmla="*/ 64310 w 64309"/>
                  <a:gd name="csY6" fmla="*/ 69387 h 69386"/>
                  <a:gd name="csX7" fmla="*/ 48925 w 64309"/>
                  <a:gd name="csY7" fmla="*/ 1692 h 69386"/>
                  <a:gd name="csX8" fmla="*/ 38924 w 64309"/>
                  <a:gd name="csY8" fmla="*/ 0 h 69386"/>
                  <a:gd name="csX9" fmla="*/ 0 w 64309"/>
                  <a:gd name="csY9" fmla="*/ 57386 h 69386"/>
                  <a:gd name="csX10" fmla="*/ 11693 w 64309"/>
                  <a:gd name="csY10" fmla="*/ 58463 h 69386"/>
                  <a:gd name="csX11" fmla="*/ 20462 w 64309"/>
                  <a:gd name="csY11" fmla="*/ 45078 h 69386"/>
                  <a:gd name="csX12" fmla="*/ 41232 w 64309"/>
                  <a:gd name="csY12" fmla="*/ 13847 h 69386"/>
                  <a:gd name="csX13" fmla="*/ 47232 w 64309"/>
                  <a:gd name="csY13" fmla="*/ 40155 h 69386"/>
                  <a:gd name="csX14" fmla="*/ 36770 w 64309"/>
                  <a:gd name="csY14" fmla="*/ 38001 h 69386"/>
                  <a:gd name="csX15" fmla="*/ 26308 w 64309"/>
                  <a:gd name="csY15" fmla="*/ 36155 h 69386"/>
                  <a:gd name="csX16" fmla="*/ 41232 w 64309"/>
                  <a:gd name="csY16" fmla="*/ 13847 h 693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64309" h="69386">
                    <a:moveTo>
                      <a:pt x="20462" y="45078"/>
                    </a:moveTo>
                    <a:lnTo>
                      <a:pt x="20462" y="45078"/>
                    </a:lnTo>
                    <a:cubicBezTo>
                      <a:pt x="25385" y="45694"/>
                      <a:pt x="30155" y="46463"/>
                      <a:pt x="35078" y="47386"/>
                    </a:cubicBezTo>
                    <a:cubicBezTo>
                      <a:pt x="39847" y="48309"/>
                      <a:pt x="44771" y="49386"/>
                      <a:pt x="49540" y="50463"/>
                    </a:cubicBezTo>
                    <a:lnTo>
                      <a:pt x="49540" y="50463"/>
                    </a:lnTo>
                    <a:lnTo>
                      <a:pt x="52771" y="66156"/>
                    </a:lnTo>
                    <a:lnTo>
                      <a:pt x="64310" y="69387"/>
                    </a:lnTo>
                    <a:lnTo>
                      <a:pt x="48925" y="1692"/>
                    </a:lnTo>
                    <a:lnTo>
                      <a:pt x="38924" y="0"/>
                    </a:lnTo>
                    <a:lnTo>
                      <a:pt x="0" y="57386"/>
                    </a:lnTo>
                    <a:lnTo>
                      <a:pt x="11693" y="58463"/>
                    </a:lnTo>
                    <a:lnTo>
                      <a:pt x="20462" y="45078"/>
                    </a:lnTo>
                    <a:close/>
                    <a:moveTo>
                      <a:pt x="41232" y="13847"/>
                    </a:moveTo>
                    <a:lnTo>
                      <a:pt x="47232" y="40155"/>
                    </a:lnTo>
                    <a:cubicBezTo>
                      <a:pt x="43694" y="39386"/>
                      <a:pt x="40309" y="38617"/>
                      <a:pt x="36770" y="38001"/>
                    </a:cubicBezTo>
                    <a:cubicBezTo>
                      <a:pt x="33232" y="37386"/>
                      <a:pt x="29847" y="36770"/>
                      <a:pt x="26308" y="36155"/>
                    </a:cubicBezTo>
                    <a:lnTo>
                      <a:pt x="41232" y="13847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4" name="Полилиния 23">
                <a:extLst>
                  <a:ext uri="{FF2B5EF4-FFF2-40B4-BE49-F238E27FC236}">
                    <a16:creationId xmlns:a16="http://schemas.microsoft.com/office/drawing/2014/main" id="{B6CA5F7B-1349-261E-3B37-35ED8ECC3CDA}"/>
                  </a:ext>
                </a:extLst>
              </p:cNvPr>
              <p:cNvSpPr/>
              <p:nvPr/>
            </p:nvSpPr>
            <p:spPr>
              <a:xfrm>
                <a:off x="6514523" y="3134632"/>
                <a:ext cx="65007" cy="65303"/>
              </a:xfrm>
              <a:custGeom>
                <a:avLst/>
                <a:gdLst>
                  <a:gd name="csX0" fmla="*/ 21119 w 65007"/>
                  <a:gd name="csY0" fmla="*/ 2113 h 65303"/>
                  <a:gd name="csX1" fmla="*/ 2195 w 65007"/>
                  <a:gd name="csY1" fmla="*/ 43806 h 65303"/>
                  <a:gd name="csX2" fmla="*/ 43889 w 65007"/>
                  <a:gd name="csY2" fmla="*/ 63191 h 65303"/>
                  <a:gd name="csX3" fmla="*/ 62812 w 65007"/>
                  <a:gd name="csY3" fmla="*/ 21498 h 65303"/>
                  <a:gd name="csX4" fmla="*/ 21119 w 65007"/>
                  <a:gd name="csY4" fmla="*/ 2113 h 65303"/>
                  <a:gd name="csX5" fmla="*/ 53273 w 65007"/>
                  <a:gd name="csY5" fmla="*/ 24883 h 65303"/>
                  <a:gd name="csX6" fmla="*/ 39888 w 65007"/>
                  <a:gd name="csY6" fmla="*/ 52422 h 65303"/>
                  <a:gd name="csX7" fmla="*/ 36811 w 65007"/>
                  <a:gd name="csY7" fmla="*/ 53037 h 65303"/>
                  <a:gd name="csX8" fmla="*/ 11888 w 65007"/>
                  <a:gd name="csY8" fmla="*/ 40421 h 65303"/>
                  <a:gd name="csX9" fmla="*/ 14965 w 65007"/>
                  <a:gd name="csY9" fmla="*/ 20421 h 65303"/>
                  <a:gd name="csX10" fmla="*/ 17272 w 65007"/>
                  <a:gd name="csY10" fmla="*/ 17959 h 65303"/>
                  <a:gd name="csX11" fmla="*/ 17734 w 65007"/>
                  <a:gd name="csY11" fmla="*/ 17344 h 65303"/>
                  <a:gd name="csX12" fmla="*/ 19426 w 65007"/>
                  <a:gd name="csY12" fmla="*/ 16113 h 65303"/>
                  <a:gd name="csX13" fmla="*/ 21272 w 65007"/>
                  <a:gd name="csY13" fmla="*/ 14728 h 65303"/>
                  <a:gd name="csX14" fmla="*/ 21426 w 65007"/>
                  <a:gd name="csY14" fmla="*/ 14728 h 65303"/>
                  <a:gd name="csX15" fmla="*/ 25273 w 65007"/>
                  <a:gd name="csY15" fmla="*/ 12882 h 65303"/>
                  <a:gd name="csX16" fmla="*/ 42042 w 65007"/>
                  <a:gd name="csY16" fmla="*/ 12882 h 65303"/>
                  <a:gd name="csX17" fmla="*/ 53273 w 65007"/>
                  <a:gd name="csY17" fmla="*/ 24883 h 653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5007" h="65303">
                    <a:moveTo>
                      <a:pt x="21119" y="2113"/>
                    </a:moveTo>
                    <a:cubicBezTo>
                      <a:pt x="4503" y="8267"/>
                      <a:pt x="-4421" y="25806"/>
                      <a:pt x="2195" y="43806"/>
                    </a:cubicBezTo>
                    <a:cubicBezTo>
                      <a:pt x="8811" y="61807"/>
                      <a:pt x="27426" y="69345"/>
                      <a:pt x="43889" y="63191"/>
                    </a:cubicBezTo>
                    <a:cubicBezTo>
                      <a:pt x="60504" y="57037"/>
                      <a:pt x="69428" y="39498"/>
                      <a:pt x="62812" y="21498"/>
                    </a:cubicBezTo>
                    <a:cubicBezTo>
                      <a:pt x="56043" y="3497"/>
                      <a:pt x="37581" y="-4041"/>
                      <a:pt x="21119" y="2113"/>
                    </a:cubicBezTo>
                    <a:close/>
                    <a:moveTo>
                      <a:pt x="53273" y="24883"/>
                    </a:moveTo>
                    <a:cubicBezTo>
                      <a:pt x="57581" y="36421"/>
                      <a:pt x="51273" y="48268"/>
                      <a:pt x="39888" y="52422"/>
                    </a:cubicBezTo>
                    <a:cubicBezTo>
                      <a:pt x="38811" y="52883"/>
                      <a:pt x="37734" y="52730"/>
                      <a:pt x="36811" y="53037"/>
                    </a:cubicBezTo>
                    <a:cubicBezTo>
                      <a:pt x="26350" y="55499"/>
                      <a:pt x="15734" y="51037"/>
                      <a:pt x="11888" y="40421"/>
                    </a:cubicBezTo>
                    <a:cubicBezTo>
                      <a:pt x="9118" y="33190"/>
                      <a:pt x="10657" y="25806"/>
                      <a:pt x="14965" y="20421"/>
                    </a:cubicBezTo>
                    <a:cubicBezTo>
                      <a:pt x="15580" y="19498"/>
                      <a:pt x="16503" y="18728"/>
                      <a:pt x="17272" y="17959"/>
                    </a:cubicBezTo>
                    <a:cubicBezTo>
                      <a:pt x="17426" y="17805"/>
                      <a:pt x="17580" y="17498"/>
                      <a:pt x="17734" y="17344"/>
                    </a:cubicBezTo>
                    <a:cubicBezTo>
                      <a:pt x="18195" y="16882"/>
                      <a:pt x="18811" y="16575"/>
                      <a:pt x="19426" y="16113"/>
                    </a:cubicBezTo>
                    <a:cubicBezTo>
                      <a:pt x="20042" y="15651"/>
                      <a:pt x="20657" y="15190"/>
                      <a:pt x="21272" y="14728"/>
                    </a:cubicBezTo>
                    <a:cubicBezTo>
                      <a:pt x="21272" y="14728"/>
                      <a:pt x="21272" y="14728"/>
                      <a:pt x="21426" y="14728"/>
                    </a:cubicBezTo>
                    <a:cubicBezTo>
                      <a:pt x="22657" y="13959"/>
                      <a:pt x="23888" y="13344"/>
                      <a:pt x="25273" y="12882"/>
                    </a:cubicBezTo>
                    <a:cubicBezTo>
                      <a:pt x="30965" y="10728"/>
                      <a:pt x="36965" y="10882"/>
                      <a:pt x="42042" y="12882"/>
                    </a:cubicBezTo>
                    <a:cubicBezTo>
                      <a:pt x="46966" y="15036"/>
                      <a:pt x="51119" y="19036"/>
                      <a:pt x="53273" y="24883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5" name="Полилиния 24">
                <a:extLst>
                  <a:ext uri="{FF2B5EF4-FFF2-40B4-BE49-F238E27FC236}">
                    <a16:creationId xmlns:a16="http://schemas.microsoft.com/office/drawing/2014/main" id="{8077B0AD-D5E3-1EF8-4280-8451FB1EF3E8}"/>
                  </a:ext>
                </a:extLst>
              </p:cNvPr>
              <p:cNvSpPr/>
              <p:nvPr/>
            </p:nvSpPr>
            <p:spPr>
              <a:xfrm>
                <a:off x="6472717" y="3064743"/>
                <a:ext cx="80002" cy="78002"/>
              </a:xfrm>
              <a:custGeom>
                <a:avLst/>
                <a:gdLst>
                  <a:gd name="csX0" fmla="*/ 6616 w 80002"/>
                  <a:gd name="csY0" fmla="*/ 42617 h 78002"/>
                  <a:gd name="csX1" fmla="*/ 28155 w 80002"/>
                  <a:gd name="csY1" fmla="*/ 28462 h 78002"/>
                  <a:gd name="csX2" fmla="*/ 32309 w 80002"/>
                  <a:gd name="csY2" fmla="*/ 34770 h 78002"/>
                  <a:gd name="csX3" fmla="*/ 25847 w 80002"/>
                  <a:gd name="csY3" fmla="*/ 53232 h 78002"/>
                  <a:gd name="csX4" fmla="*/ 28924 w 80002"/>
                  <a:gd name="csY4" fmla="*/ 78002 h 78002"/>
                  <a:gd name="csX5" fmla="*/ 36924 w 80002"/>
                  <a:gd name="csY5" fmla="*/ 72771 h 78002"/>
                  <a:gd name="csX6" fmla="*/ 35693 w 80002"/>
                  <a:gd name="csY6" fmla="*/ 57848 h 78002"/>
                  <a:gd name="csX7" fmla="*/ 42155 w 80002"/>
                  <a:gd name="csY7" fmla="*/ 37540 h 78002"/>
                  <a:gd name="csX8" fmla="*/ 80002 w 80002"/>
                  <a:gd name="csY8" fmla="*/ 42924 h 78002"/>
                  <a:gd name="csX9" fmla="*/ 73233 w 80002"/>
                  <a:gd name="csY9" fmla="*/ 32001 h 78002"/>
                  <a:gd name="csX10" fmla="*/ 40001 w 80002"/>
                  <a:gd name="csY10" fmla="*/ 28309 h 78002"/>
                  <a:gd name="csX11" fmla="*/ 36463 w 80002"/>
                  <a:gd name="csY11" fmla="*/ 23078 h 78002"/>
                  <a:gd name="csX12" fmla="*/ 58156 w 80002"/>
                  <a:gd name="csY12" fmla="*/ 8769 h 78002"/>
                  <a:gd name="csX13" fmla="*/ 51540 w 80002"/>
                  <a:gd name="csY13" fmla="*/ 0 h 78002"/>
                  <a:gd name="csX14" fmla="*/ 0 w 80002"/>
                  <a:gd name="csY14" fmla="*/ 33847 h 78002"/>
                  <a:gd name="csX15" fmla="*/ 6616 w 80002"/>
                  <a:gd name="csY15" fmla="*/ 42617 h 780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0002" h="78002">
                    <a:moveTo>
                      <a:pt x="6616" y="42617"/>
                    </a:moveTo>
                    <a:lnTo>
                      <a:pt x="28155" y="28462"/>
                    </a:lnTo>
                    <a:lnTo>
                      <a:pt x="32309" y="34770"/>
                    </a:lnTo>
                    <a:lnTo>
                      <a:pt x="25847" y="53232"/>
                    </a:lnTo>
                    <a:cubicBezTo>
                      <a:pt x="22462" y="62617"/>
                      <a:pt x="21539" y="71694"/>
                      <a:pt x="28924" y="78002"/>
                    </a:cubicBezTo>
                    <a:lnTo>
                      <a:pt x="36924" y="72771"/>
                    </a:lnTo>
                    <a:cubicBezTo>
                      <a:pt x="33539" y="69848"/>
                      <a:pt x="33539" y="64925"/>
                      <a:pt x="35693" y="57848"/>
                    </a:cubicBezTo>
                    <a:lnTo>
                      <a:pt x="42155" y="37540"/>
                    </a:lnTo>
                    <a:lnTo>
                      <a:pt x="80002" y="42924"/>
                    </a:lnTo>
                    <a:lnTo>
                      <a:pt x="73233" y="32001"/>
                    </a:lnTo>
                    <a:lnTo>
                      <a:pt x="40001" y="28309"/>
                    </a:lnTo>
                    <a:lnTo>
                      <a:pt x="36463" y="23078"/>
                    </a:lnTo>
                    <a:lnTo>
                      <a:pt x="58156" y="8769"/>
                    </a:lnTo>
                    <a:lnTo>
                      <a:pt x="51540" y="0"/>
                    </a:lnTo>
                    <a:lnTo>
                      <a:pt x="0" y="33847"/>
                    </a:lnTo>
                    <a:lnTo>
                      <a:pt x="6616" y="42617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6" name="Полилиния 25">
                <a:extLst>
                  <a:ext uri="{FF2B5EF4-FFF2-40B4-BE49-F238E27FC236}">
                    <a16:creationId xmlns:a16="http://schemas.microsoft.com/office/drawing/2014/main" id="{A2CB0491-E741-5CE7-5EE6-A70FDCB7F851}"/>
                  </a:ext>
                </a:extLst>
              </p:cNvPr>
              <p:cNvSpPr/>
              <p:nvPr/>
            </p:nvSpPr>
            <p:spPr>
              <a:xfrm>
                <a:off x="5938624" y="3147001"/>
                <a:ext cx="25052" cy="25027"/>
              </a:xfrm>
              <a:custGeom>
                <a:avLst/>
                <a:gdLst>
                  <a:gd name="csX0" fmla="*/ 11308 w 25052"/>
                  <a:gd name="csY0" fmla="*/ 24976 h 25027"/>
                  <a:gd name="csX1" fmla="*/ 25001 w 25052"/>
                  <a:gd name="csY1" fmla="*/ 13745 h 25027"/>
                  <a:gd name="csX2" fmla="*/ 13770 w 25052"/>
                  <a:gd name="csY2" fmla="*/ 52 h 25027"/>
                  <a:gd name="csX3" fmla="*/ 77 w 25052"/>
                  <a:gd name="csY3" fmla="*/ 11283 h 25027"/>
                  <a:gd name="csX4" fmla="*/ 11308 w 25052"/>
                  <a:gd name="csY4" fmla="*/ 24976 h 25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5052" h="25027">
                    <a:moveTo>
                      <a:pt x="11308" y="24976"/>
                    </a:moveTo>
                    <a:cubicBezTo>
                      <a:pt x="18231" y="25591"/>
                      <a:pt x="24232" y="20668"/>
                      <a:pt x="25001" y="13745"/>
                    </a:cubicBezTo>
                    <a:cubicBezTo>
                      <a:pt x="25616" y="6821"/>
                      <a:pt x="20693" y="821"/>
                      <a:pt x="13770" y="52"/>
                    </a:cubicBezTo>
                    <a:cubicBezTo>
                      <a:pt x="6847" y="-563"/>
                      <a:pt x="846" y="4360"/>
                      <a:pt x="77" y="11283"/>
                    </a:cubicBezTo>
                    <a:cubicBezTo>
                      <a:pt x="-692" y="18206"/>
                      <a:pt x="4385" y="24206"/>
                      <a:pt x="11308" y="24976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7" name="Полилиния 26">
                <a:extLst>
                  <a:ext uri="{FF2B5EF4-FFF2-40B4-BE49-F238E27FC236}">
                    <a16:creationId xmlns:a16="http://schemas.microsoft.com/office/drawing/2014/main" id="{E3B9AFE8-2E1E-0E50-270A-3A4BB5A7A74D}"/>
                  </a:ext>
                </a:extLst>
              </p:cNvPr>
              <p:cNvSpPr/>
              <p:nvPr/>
            </p:nvSpPr>
            <p:spPr>
              <a:xfrm>
                <a:off x="6308558" y="3542757"/>
                <a:ext cx="71848" cy="76002"/>
              </a:xfrm>
              <a:custGeom>
                <a:avLst/>
                <a:gdLst>
                  <a:gd name="csX0" fmla="*/ 43386 w 71848"/>
                  <a:gd name="csY0" fmla="*/ 3846 h 76002"/>
                  <a:gd name="csX1" fmla="*/ 24462 w 71848"/>
                  <a:gd name="csY1" fmla="*/ 57694 h 76002"/>
                  <a:gd name="csX2" fmla="*/ 10616 w 71848"/>
                  <a:gd name="csY2" fmla="*/ 14462 h 76002"/>
                  <a:gd name="csX3" fmla="*/ 0 w 71848"/>
                  <a:gd name="csY3" fmla="*/ 16924 h 76002"/>
                  <a:gd name="csX4" fmla="*/ 19077 w 71848"/>
                  <a:gd name="csY4" fmla="*/ 76002 h 76002"/>
                  <a:gd name="csX5" fmla="*/ 29385 w 71848"/>
                  <a:gd name="csY5" fmla="*/ 73387 h 76002"/>
                  <a:gd name="csX6" fmla="*/ 48001 w 71848"/>
                  <a:gd name="csY6" fmla="*/ 20001 h 76002"/>
                  <a:gd name="csX7" fmla="*/ 61848 w 71848"/>
                  <a:gd name="csY7" fmla="*/ 62925 h 76002"/>
                  <a:gd name="csX8" fmla="*/ 71848 w 71848"/>
                  <a:gd name="csY8" fmla="*/ 58925 h 76002"/>
                  <a:gd name="csX9" fmla="*/ 52925 w 71848"/>
                  <a:gd name="csY9" fmla="*/ 0 h 760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71848" h="76002">
                    <a:moveTo>
                      <a:pt x="43386" y="3846"/>
                    </a:moveTo>
                    <a:lnTo>
                      <a:pt x="24462" y="57694"/>
                    </a:lnTo>
                    <a:lnTo>
                      <a:pt x="10616" y="14462"/>
                    </a:lnTo>
                    <a:lnTo>
                      <a:pt x="0" y="16924"/>
                    </a:lnTo>
                    <a:lnTo>
                      <a:pt x="19077" y="76002"/>
                    </a:lnTo>
                    <a:lnTo>
                      <a:pt x="29385" y="73387"/>
                    </a:lnTo>
                    <a:lnTo>
                      <a:pt x="48001" y="20001"/>
                    </a:lnTo>
                    <a:lnTo>
                      <a:pt x="61848" y="62925"/>
                    </a:lnTo>
                    <a:lnTo>
                      <a:pt x="71848" y="58925"/>
                    </a:lnTo>
                    <a:lnTo>
                      <a:pt x="52925" y="0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38A2326E-D105-D56A-F9D2-8CB537DDBB7E}"/>
                  </a:ext>
                </a:extLst>
              </p:cNvPr>
              <p:cNvSpPr/>
              <p:nvPr/>
            </p:nvSpPr>
            <p:spPr>
              <a:xfrm>
                <a:off x="6234864" y="3585220"/>
                <a:ext cx="24923" cy="24923"/>
              </a:xfrm>
              <a:custGeom>
                <a:avLst/>
                <a:gdLst>
                  <a:gd name="csX0" fmla="*/ 12462 w 24923"/>
                  <a:gd name="csY0" fmla="*/ 0 h 24923"/>
                  <a:gd name="csX1" fmla="*/ 0 w 24923"/>
                  <a:gd name="csY1" fmla="*/ 12462 h 24923"/>
                  <a:gd name="csX2" fmla="*/ 12462 w 24923"/>
                  <a:gd name="csY2" fmla="*/ 24924 h 24923"/>
                  <a:gd name="csX3" fmla="*/ 24924 w 24923"/>
                  <a:gd name="csY3" fmla="*/ 12462 h 24923"/>
                  <a:gd name="csX4" fmla="*/ 12462 w 24923"/>
                  <a:gd name="csY4" fmla="*/ 0 h 249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923" h="24923">
                    <a:moveTo>
                      <a:pt x="12462" y="0"/>
                    </a:moveTo>
                    <a:cubicBezTo>
                      <a:pt x="5539" y="0"/>
                      <a:pt x="0" y="5539"/>
                      <a:pt x="0" y="12462"/>
                    </a:cubicBezTo>
                    <a:cubicBezTo>
                      <a:pt x="0" y="19385"/>
                      <a:pt x="5539" y="24924"/>
                      <a:pt x="12462" y="24924"/>
                    </a:cubicBezTo>
                    <a:cubicBezTo>
                      <a:pt x="19385" y="24924"/>
                      <a:pt x="24924" y="19385"/>
                      <a:pt x="24924" y="12462"/>
                    </a:cubicBezTo>
                    <a:cubicBezTo>
                      <a:pt x="24924" y="5692"/>
                      <a:pt x="19385" y="0"/>
                      <a:pt x="12462" y="0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03445220-8270-D2D8-281E-4D259ECB6CB4}"/>
                  </a:ext>
                </a:extLst>
              </p:cNvPr>
              <p:cNvSpPr/>
              <p:nvPr/>
            </p:nvSpPr>
            <p:spPr>
              <a:xfrm>
                <a:off x="6375945" y="3508448"/>
                <a:ext cx="77694" cy="79848"/>
              </a:xfrm>
              <a:custGeom>
                <a:avLst/>
                <a:gdLst>
                  <a:gd name="csX0" fmla="*/ 36001 w 77694"/>
                  <a:gd name="csY0" fmla="*/ 6154 h 79848"/>
                  <a:gd name="csX1" fmla="*/ 49540 w 77694"/>
                  <a:gd name="csY1" fmla="*/ 28155 h 79848"/>
                  <a:gd name="csX2" fmla="*/ 43078 w 77694"/>
                  <a:gd name="csY2" fmla="*/ 32155 h 79848"/>
                  <a:gd name="csX3" fmla="*/ 24770 w 77694"/>
                  <a:gd name="csY3" fmla="*/ 25232 h 79848"/>
                  <a:gd name="csX4" fmla="*/ 0 w 77694"/>
                  <a:gd name="csY4" fmla="*/ 27693 h 79848"/>
                  <a:gd name="csX5" fmla="*/ 5077 w 77694"/>
                  <a:gd name="csY5" fmla="*/ 35847 h 79848"/>
                  <a:gd name="csX6" fmla="*/ 20154 w 77694"/>
                  <a:gd name="csY6" fmla="*/ 35078 h 79848"/>
                  <a:gd name="csX7" fmla="*/ 40309 w 77694"/>
                  <a:gd name="csY7" fmla="*/ 42155 h 79848"/>
                  <a:gd name="csX8" fmla="*/ 34001 w 77694"/>
                  <a:gd name="csY8" fmla="*/ 79849 h 79848"/>
                  <a:gd name="csX9" fmla="*/ 45078 w 77694"/>
                  <a:gd name="csY9" fmla="*/ 73387 h 79848"/>
                  <a:gd name="csX10" fmla="*/ 49694 w 77694"/>
                  <a:gd name="csY10" fmla="*/ 40155 h 79848"/>
                  <a:gd name="csX11" fmla="*/ 55079 w 77694"/>
                  <a:gd name="csY11" fmla="*/ 36770 h 79848"/>
                  <a:gd name="csX12" fmla="*/ 68771 w 77694"/>
                  <a:gd name="csY12" fmla="*/ 58771 h 79848"/>
                  <a:gd name="csX13" fmla="*/ 77695 w 77694"/>
                  <a:gd name="csY13" fmla="*/ 52463 h 79848"/>
                  <a:gd name="csX14" fmla="*/ 45232 w 77694"/>
                  <a:gd name="csY14" fmla="*/ 0 h 79848"/>
                  <a:gd name="csX15" fmla="*/ 36001 w 77694"/>
                  <a:gd name="csY15" fmla="*/ 6154 h 798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7694" h="79848">
                    <a:moveTo>
                      <a:pt x="36001" y="6154"/>
                    </a:moveTo>
                    <a:lnTo>
                      <a:pt x="49540" y="28155"/>
                    </a:lnTo>
                    <a:lnTo>
                      <a:pt x="43078" y="32155"/>
                    </a:lnTo>
                    <a:lnTo>
                      <a:pt x="24770" y="25232"/>
                    </a:lnTo>
                    <a:cubicBezTo>
                      <a:pt x="15539" y="21539"/>
                      <a:pt x="6462" y="20462"/>
                      <a:pt x="0" y="27693"/>
                    </a:cubicBezTo>
                    <a:lnTo>
                      <a:pt x="5077" y="35847"/>
                    </a:lnTo>
                    <a:cubicBezTo>
                      <a:pt x="8154" y="32463"/>
                      <a:pt x="13077" y="32616"/>
                      <a:pt x="20154" y="35078"/>
                    </a:cubicBezTo>
                    <a:lnTo>
                      <a:pt x="40309" y="42155"/>
                    </a:lnTo>
                    <a:lnTo>
                      <a:pt x="34001" y="79849"/>
                    </a:lnTo>
                    <a:lnTo>
                      <a:pt x="45078" y="73387"/>
                    </a:lnTo>
                    <a:lnTo>
                      <a:pt x="49694" y="40155"/>
                    </a:lnTo>
                    <a:lnTo>
                      <a:pt x="55079" y="36770"/>
                    </a:lnTo>
                    <a:lnTo>
                      <a:pt x="68771" y="58771"/>
                    </a:lnTo>
                    <a:lnTo>
                      <a:pt x="77695" y="52463"/>
                    </a:lnTo>
                    <a:lnTo>
                      <a:pt x="45232" y="0"/>
                    </a:lnTo>
                    <a:lnTo>
                      <a:pt x="36001" y="6154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AE4AC6CB-C3FE-DBD8-A7EA-18E122898D7C}"/>
                  </a:ext>
                </a:extLst>
              </p:cNvPr>
              <p:cNvSpPr/>
              <p:nvPr/>
            </p:nvSpPr>
            <p:spPr>
              <a:xfrm>
                <a:off x="6439793" y="3451678"/>
                <a:ext cx="83233" cy="82925"/>
              </a:xfrm>
              <a:custGeom>
                <a:avLst/>
                <a:gdLst>
                  <a:gd name="csX0" fmla="*/ 31078 w 83233"/>
                  <a:gd name="csY0" fmla="*/ 8154 h 82925"/>
                  <a:gd name="csX1" fmla="*/ 41232 w 83233"/>
                  <a:gd name="csY1" fmla="*/ 64310 h 82925"/>
                  <a:gd name="csX2" fmla="*/ 7846 w 83233"/>
                  <a:gd name="csY2" fmla="*/ 33539 h 82925"/>
                  <a:gd name="csX3" fmla="*/ 0 w 83233"/>
                  <a:gd name="csY3" fmla="*/ 40924 h 82925"/>
                  <a:gd name="csX4" fmla="*/ 45694 w 83233"/>
                  <a:gd name="csY4" fmla="*/ 82926 h 82925"/>
                  <a:gd name="csX5" fmla="*/ 53386 w 83233"/>
                  <a:gd name="csY5" fmla="*/ 75387 h 82925"/>
                  <a:gd name="csX6" fmla="*/ 43232 w 83233"/>
                  <a:gd name="csY6" fmla="*/ 19847 h 82925"/>
                  <a:gd name="csX7" fmla="*/ 76464 w 83233"/>
                  <a:gd name="csY7" fmla="*/ 50309 h 82925"/>
                  <a:gd name="csX8" fmla="*/ 83233 w 83233"/>
                  <a:gd name="csY8" fmla="*/ 42001 h 82925"/>
                  <a:gd name="csX9" fmla="*/ 37540 w 83233"/>
                  <a:gd name="csY9" fmla="*/ 0 h 8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83233" h="82925">
                    <a:moveTo>
                      <a:pt x="31078" y="8154"/>
                    </a:moveTo>
                    <a:lnTo>
                      <a:pt x="41232" y="64310"/>
                    </a:lnTo>
                    <a:lnTo>
                      <a:pt x="7846" y="33539"/>
                    </a:lnTo>
                    <a:lnTo>
                      <a:pt x="0" y="40924"/>
                    </a:lnTo>
                    <a:lnTo>
                      <a:pt x="45694" y="82926"/>
                    </a:lnTo>
                    <a:lnTo>
                      <a:pt x="53386" y="75387"/>
                    </a:lnTo>
                    <a:lnTo>
                      <a:pt x="43232" y="19847"/>
                    </a:lnTo>
                    <a:lnTo>
                      <a:pt x="76464" y="50309"/>
                    </a:lnTo>
                    <a:lnTo>
                      <a:pt x="83233" y="42001"/>
                    </a:lnTo>
                    <a:lnTo>
                      <a:pt x="37540" y="0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495CA365-83E4-3EE6-0266-4DE565BACC15}"/>
                  </a:ext>
                </a:extLst>
              </p:cNvPr>
              <p:cNvSpPr/>
              <p:nvPr/>
            </p:nvSpPr>
            <p:spPr>
              <a:xfrm>
                <a:off x="6529844" y="3301454"/>
                <a:ext cx="64628" cy="65362"/>
              </a:xfrm>
              <a:custGeom>
                <a:avLst/>
                <a:gdLst>
                  <a:gd name="csX0" fmla="*/ 37953 w 64628"/>
                  <a:gd name="csY0" fmla="*/ 526 h 65362"/>
                  <a:gd name="csX1" fmla="*/ 567 w 64628"/>
                  <a:gd name="csY1" fmla="*/ 26989 h 65362"/>
                  <a:gd name="csX2" fmla="*/ 26722 w 64628"/>
                  <a:gd name="csY2" fmla="*/ 64836 h 65362"/>
                  <a:gd name="csX3" fmla="*/ 64107 w 64628"/>
                  <a:gd name="csY3" fmla="*/ 38374 h 65362"/>
                  <a:gd name="csX4" fmla="*/ 37953 w 64628"/>
                  <a:gd name="csY4" fmla="*/ 526 h 65362"/>
                  <a:gd name="csX5" fmla="*/ 54107 w 64628"/>
                  <a:gd name="csY5" fmla="*/ 36374 h 65362"/>
                  <a:gd name="csX6" fmla="*/ 50876 w 64628"/>
                  <a:gd name="csY6" fmla="*/ 44528 h 65362"/>
                  <a:gd name="csX7" fmla="*/ 28568 w 64628"/>
                  <a:gd name="csY7" fmla="*/ 53451 h 65362"/>
                  <a:gd name="csX8" fmla="*/ 10106 w 64628"/>
                  <a:gd name="csY8" fmla="*/ 33297 h 65362"/>
                  <a:gd name="csX9" fmla="*/ 10414 w 64628"/>
                  <a:gd name="csY9" fmla="*/ 28835 h 65362"/>
                  <a:gd name="csX10" fmla="*/ 13644 w 64628"/>
                  <a:gd name="csY10" fmla="*/ 20681 h 65362"/>
                  <a:gd name="csX11" fmla="*/ 35953 w 64628"/>
                  <a:gd name="csY11" fmla="*/ 11758 h 65362"/>
                  <a:gd name="csX12" fmla="*/ 54107 w 64628"/>
                  <a:gd name="csY12" fmla="*/ 36374 h 653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64628" h="65362">
                    <a:moveTo>
                      <a:pt x="37953" y="526"/>
                    </a:moveTo>
                    <a:cubicBezTo>
                      <a:pt x="20414" y="-2551"/>
                      <a:pt x="3798" y="8065"/>
                      <a:pt x="567" y="26989"/>
                    </a:cubicBezTo>
                    <a:cubicBezTo>
                      <a:pt x="-2818" y="45912"/>
                      <a:pt x="9337" y="61759"/>
                      <a:pt x="26722" y="64836"/>
                    </a:cubicBezTo>
                    <a:cubicBezTo>
                      <a:pt x="44261" y="67913"/>
                      <a:pt x="60877" y="57297"/>
                      <a:pt x="64107" y="38374"/>
                    </a:cubicBezTo>
                    <a:cubicBezTo>
                      <a:pt x="67338" y="19450"/>
                      <a:pt x="55184" y="3450"/>
                      <a:pt x="37953" y="526"/>
                    </a:cubicBezTo>
                    <a:close/>
                    <a:moveTo>
                      <a:pt x="54107" y="36374"/>
                    </a:moveTo>
                    <a:cubicBezTo>
                      <a:pt x="53646" y="39451"/>
                      <a:pt x="52415" y="42220"/>
                      <a:pt x="50876" y="44528"/>
                    </a:cubicBezTo>
                    <a:cubicBezTo>
                      <a:pt x="46261" y="51451"/>
                      <a:pt x="37491" y="54990"/>
                      <a:pt x="28568" y="53451"/>
                    </a:cubicBezTo>
                    <a:cubicBezTo>
                      <a:pt x="17952" y="51605"/>
                      <a:pt x="10414" y="43451"/>
                      <a:pt x="10106" y="33297"/>
                    </a:cubicBezTo>
                    <a:cubicBezTo>
                      <a:pt x="10106" y="31912"/>
                      <a:pt x="10106" y="30374"/>
                      <a:pt x="10414" y="28835"/>
                    </a:cubicBezTo>
                    <a:cubicBezTo>
                      <a:pt x="10875" y="25758"/>
                      <a:pt x="12106" y="22989"/>
                      <a:pt x="13644" y="20681"/>
                    </a:cubicBezTo>
                    <a:cubicBezTo>
                      <a:pt x="18260" y="13758"/>
                      <a:pt x="27029" y="10219"/>
                      <a:pt x="35953" y="11758"/>
                    </a:cubicBezTo>
                    <a:cubicBezTo>
                      <a:pt x="48107" y="13912"/>
                      <a:pt x="56261" y="24220"/>
                      <a:pt x="54107" y="36374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78D9366-4FA2-8EB3-FB66-514BD1CBE0F3}"/>
                  </a:ext>
                </a:extLst>
              </p:cNvPr>
              <p:cNvSpPr/>
              <p:nvPr/>
            </p:nvSpPr>
            <p:spPr>
              <a:xfrm>
                <a:off x="6134174" y="3552922"/>
                <a:ext cx="55765" cy="67991"/>
              </a:xfrm>
              <a:custGeom>
                <a:avLst/>
                <a:gdLst>
                  <a:gd name="csX0" fmla="*/ 5610 w 55765"/>
                  <a:gd name="csY0" fmla="*/ 11528 h 67991"/>
                  <a:gd name="csX1" fmla="*/ 13149 w 55765"/>
                  <a:gd name="csY1" fmla="*/ 29683 h 67991"/>
                  <a:gd name="csX2" fmla="*/ 687 w 55765"/>
                  <a:gd name="csY2" fmla="*/ 40606 h 67991"/>
                  <a:gd name="csX3" fmla="*/ 1764 w 55765"/>
                  <a:gd name="csY3" fmla="*/ 51837 h 67991"/>
                  <a:gd name="csX4" fmla="*/ 15764 w 55765"/>
                  <a:gd name="csY4" fmla="*/ 62145 h 67991"/>
                  <a:gd name="csX5" fmla="*/ 38534 w 55765"/>
                  <a:gd name="csY5" fmla="*/ 67992 h 67991"/>
                  <a:gd name="csX6" fmla="*/ 55766 w 55765"/>
                  <a:gd name="csY6" fmla="*/ 8451 h 67991"/>
                  <a:gd name="csX7" fmla="*/ 32380 w 55765"/>
                  <a:gd name="csY7" fmla="*/ 1682 h 67991"/>
                  <a:gd name="csX8" fmla="*/ 5610 w 55765"/>
                  <a:gd name="csY8" fmla="*/ 11528 h 67991"/>
                  <a:gd name="csX9" fmla="*/ 20072 w 55765"/>
                  <a:gd name="csY9" fmla="*/ 52761 h 67991"/>
                  <a:gd name="csX10" fmla="*/ 11764 w 55765"/>
                  <a:gd name="csY10" fmla="*/ 42145 h 67991"/>
                  <a:gd name="csX11" fmla="*/ 12995 w 55765"/>
                  <a:gd name="csY11" fmla="*/ 39376 h 67991"/>
                  <a:gd name="csX12" fmla="*/ 20688 w 55765"/>
                  <a:gd name="csY12" fmla="*/ 36298 h 67991"/>
                  <a:gd name="csX13" fmla="*/ 25457 w 55765"/>
                  <a:gd name="csY13" fmla="*/ 37068 h 67991"/>
                  <a:gd name="csX14" fmla="*/ 35611 w 55765"/>
                  <a:gd name="csY14" fmla="*/ 39991 h 67991"/>
                  <a:gd name="csX15" fmla="*/ 30996 w 55765"/>
                  <a:gd name="csY15" fmla="*/ 55838 h 67991"/>
                  <a:gd name="csX16" fmla="*/ 20072 w 55765"/>
                  <a:gd name="csY16" fmla="*/ 52761 h 67991"/>
                  <a:gd name="csX17" fmla="*/ 25765 w 55765"/>
                  <a:gd name="csY17" fmla="*/ 27529 h 67991"/>
                  <a:gd name="csX18" fmla="*/ 15764 w 55765"/>
                  <a:gd name="csY18" fmla="*/ 15836 h 67991"/>
                  <a:gd name="csX19" fmla="*/ 24688 w 55765"/>
                  <a:gd name="csY19" fmla="*/ 9990 h 67991"/>
                  <a:gd name="csX20" fmla="*/ 29611 w 55765"/>
                  <a:gd name="csY20" fmla="*/ 10913 h 67991"/>
                  <a:gd name="csX21" fmla="*/ 42842 w 55765"/>
                  <a:gd name="csY21" fmla="*/ 14759 h 67991"/>
                  <a:gd name="csX22" fmla="*/ 38073 w 55765"/>
                  <a:gd name="csY22" fmla="*/ 31221 h 67991"/>
                  <a:gd name="csX23" fmla="*/ 25765 w 55765"/>
                  <a:gd name="csY23" fmla="*/ 27529 h 679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</a:cxnLst>
                <a:rect l="l" t="t" r="r" b="b"/>
                <a:pathLst>
                  <a:path w="55765" h="67991">
                    <a:moveTo>
                      <a:pt x="5610" y="11528"/>
                    </a:moveTo>
                    <a:cubicBezTo>
                      <a:pt x="3149" y="19836"/>
                      <a:pt x="6841" y="25221"/>
                      <a:pt x="13149" y="29683"/>
                    </a:cubicBezTo>
                    <a:cubicBezTo>
                      <a:pt x="8072" y="30760"/>
                      <a:pt x="2841" y="33375"/>
                      <a:pt x="687" y="40606"/>
                    </a:cubicBezTo>
                    <a:cubicBezTo>
                      <a:pt x="-544" y="44760"/>
                      <a:pt x="-82" y="48453"/>
                      <a:pt x="1764" y="51837"/>
                    </a:cubicBezTo>
                    <a:cubicBezTo>
                      <a:pt x="4226" y="56299"/>
                      <a:pt x="8995" y="60145"/>
                      <a:pt x="15764" y="62145"/>
                    </a:cubicBezTo>
                    <a:lnTo>
                      <a:pt x="38534" y="67992"/>
                    </a:lnTo>
                    <a:lnTo>
                      <a:pt x="55766" y="8451"/>
                    </a:lnTo>
                    <a:lnTo>
                      <a:pt x="32380" y="1682"/>
                    </a:lnTo>
                    <a:cubicBezTo>
                      <a:pt x="19303" y="-2318"/>
                      <a:pt x="8841" y="759"/>
                      <a:pt x="5610" y="11528"/>
                    </a:cubicBezTo>
                    <a:close/>
                    <a:moveTo>
                      <a:pt x="20072" y="52761"/>
                    </a:moveTo>
                    <a:cubicBezTo>
                      <a:pt x="13303" y="50760"/>
                      <a:pt x="10380" y="46760"/>
                      <a:pt x="11764" y="42145"/>
                    </a:cubicBezTo>
                    <a:cubicBezTo>
                      <a:pt x="12072" y="41068"/>
                      <a:pt x="12533" y="40145"/>
                      <a:pt x="12995" y="39376"/>
                    </a:cubicBezTo>
                    <a:cubicBezTo>
                      <a:pt x="14687" y="37068"/>
                      <a:pt x="17303" y="36145"/>
                      <a:pt x="20688" y="36298"/>
                    </a:cubicBezTo>
                    <a:cubicBezTo>
                      <a:pt x="22226" y="36298"/>
                      <a:pt x="23765" y="36606"/>
                      <a:pt x="25457" y="37068"/>
                    </a:cubicBezTo>
                    <a:lnTo>
                      <a:pt x="35611" y="39991"/>
                    </a:lnTo>
                    <a:lnTo>
                      <a:pt x="30996" y="55838"/>
                    </a:lnTo>
                    <a:lnTo>
                      <a:pt x="20072" y="52761"/>
                    </a:lnTo>
                    <a:close/>
                    <a:moveTo>
                      <a:pt x="25765" y="27529"/>
                    </a:moveTo>
                    <a:cubicBezTo>
                      <a:pt x="17457" y="25067"/>
                      <a:pt x="14380" y="20913"/>
                      <a:pt x="15764" y="15836"/>
                    </a:cubicBezTo>
                    <a:cubicBezTo>
                      <a:pt x="16995" y="11682"/>
                      <a:pt x="20226" y="9682"/>
                      <a:pt x="24688" y="9990"/>
                    </a:cubicBezTo>
                    <a:cubicBezTo>
                      <a:pt x="26226" y="9990"/>
                      <a:pt x="27919" y="10298"/>
                      <a:pt x="29611" y="10913"/>
                    </a:cubicBezTo>
                    <a:lnTo>
                      <a:pt x="42842" y="14759"/>
                    </a:lnTo>
                    <a:lnTo>
                      <a:pt x="38073" y="31221"/>
                    </a:lnTo>
                    <a:lnTo>
                      <a:pt x="25765" y="27529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D06B1F59-2588-69E0-EB01-16728AA76E3B}"/>
                  </a:ext>
                </a:extLst>
              </p:cNvPr>
              <p:cNvSpPr/>
              <p:nvPr/>
            </p:nvSpPr>
            <p:spPr>
              <a:xfrm>
                <a:off x="6487487" y="3371521"/>
                <a:ext cx="86617" cy="90156"/>
              </a:xfrm>
              <a:custGeom>
                <a:avLst/>
                <a:gdLst>
                  <a:gd name="csX0" fmla="*/ 28462 w 86617"/>
                  <a:gd name="csY0" fmla="*/ 10770 h 90156"/>
                  <a:gd name="csX1" fmla="*/ 50309 w 86617"/>
                  <a:gd name="csY1" fmla="*/ 23231 h 90156"/>
                  <a:gd name="csX2" fmla="*/ 73694 w 86617"/>
                  <a:gd name="csY2" fmla="*/ 36155 h 90156"/>
                  <a:gd name="csX3" fmla="*/ 73541 w 86617"/>
                  <a:gd name="csY3" fmla="*/ 36309 h 90156"/>
                  <a:gd name="csX4" fmla="*/ 20154 w 86617"/>
                  <a:gd name="csY4" fmla="*/ 28924 h 90156"/>
                  <a:gd name="csX5" fmla="*/ 16154 w 86617"/>
                  <a:gd name="csY5" fmla="*/ 37232 h 90156"/>
                  <a:gd name="csX6" fmla="*/ 53540 w 86617"/>
                  <a:gd name="csY6" fmla="*/ 76925 h 90156"/>
                  <a:gd name="csX7" fmla="*/ 53386 w 86617"/>
                  <a:gd name="csY7" fmla="*/ 77233 h 90156"/>
                  <a:gd name="csX8" fmla="*/ 29539 w 86617"/>
                  <a:gd name="csY8" fmla="*/ 66310 h 90156"/>
                  <a:gd name="csX9" fmla="*/ 6154 w 86617"/>
                  <a:gd name="csY9" fmla="*/ 56156 h 90156"/>
                  <a:gd name="csX10" fmla="*/ 0 w 86617"/>
                  <a:gd name="csY10" fmla="*/ 66002 h 90156"/>
                  <a:gd name="csX11" fmla="*/ 57848 w 86617"/>
                  <a:gd name="csY11" fmla="*/ 90157 h 90156"/>
                  <a:gd name="csX12" fmla="*/ 65694 w 86617"/>
                  <a:gd name="csY12" fmla="*/ 76772 h 90156"/>
                  <a:gd name="csX13" fmla="*/ 31232 w 86617"/>
                  <a:gd name="csY13" fmla="*/ 40617 h 90156"/>
                  <a:gd name="csX14" fmla="*/ 31386 w 86617"/>
                  <a:gd name="csY14" fmla="*/ 40309 h 90156"/>
                  <a:gd name="csX15" fmla="*/ 80618 w 86617"/>
                  <a:gd name="csY15" fmla="*/ 46463 h 90156"/>
                  <a:gd name="csX16" fmla="*/ 86618 w 86617"/>
                  <a:gd name="csY16" fmla="*/ 31847 h 90156"/>
                  <a:gd name="csX17" fmla="*/ 32463 w 86617"/>
                  <a:gd name="csY17" fmla="*/ 0 h 90156"/>
                  <a:gd name="csX18" fmla="*/ 28462 w 86617"/>
                  <a:gd name="csY18" fmla="*/ 10770 h 901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86617" h="90156">
                    <a:moveTo>
                      <a:pt x="28462" y="10770"/>
                    </a:moveTo>
                    <a:lnTo>
                      <a:pt x="50309" y="23231"/>
                    </a:lnTo>
                    <a:cubicBezTo>
                      <a:pt x="57694" y="27385"/>
                      <a:pt x="66464" y="32155"/>
                      <a:pt x="73694" y="36155"/>
                    </a:cubicBezTo>
                    <a:lnTo>
                      <a:pt x="73541" y="36309"/>
                    </a:lnTo>
                    <a:cubicBezTo>
                      <a:pt x="65694" y="34463"/>
                      <a:pt x="20154" y="28924"/>
                      <a:pt x="20154" y="28924"/>
                    </a:cubicBezTo>
                    <a:lnTo>
                      <a:pt x="16154" y="37232"/>
                    </a:lnTo>
                    <a:cubicBezTo>
                      <a:pt x="16154" y="37232"/>
                      <a:pt x="47540" y="71694"/>
                      <a:pt x="53540" y="76925"/>
                    </a:cubicBezTo>
                    <a:lnTo>
                      <a:pt x="53386" y="77233"/>
                    </a:lnTo>
                    <a:cubicBezTo>
                      <a:pt x="45848" y="73387"/>
                      <a:pt x="36924" y="69541"/>
                      <a:pt x="29539" y="66310"/>
                    </a:cubicBezTo>
                    <a:lnTo>
                      <a:pt x="6154" y="56156"/>
                    </a:lnTo>
                    <a:lnTo>
                      <a:pt x="0" y="66002"/>
                    </a:lnTo>
                    <a:lnTo>
                      <a:pt x="57848" y="90157"/>
                    </a:lnTo>
                    <a:lnTo>
                      <a:pt x="65694" y="76772"/>
                    </a:lnTo>
                    <a:cubicBezTo>
                      <a:pt x="65694" y="76772"/>
                      <a:pt x="36616" y="45078"/>
                      <a:pt x="31232" y="40617"/>
                    </a:cubicBezTo>
                    <a:lnTo>
                      <a:pt x="31386" y="40309"/>
                    </a:lnTo>
                    <a:cubicBezTo>
                      <a:pt x="38309" y="41847"/>
                      <a:pt x="80618" y="46463"/>
                      <a:pt x="80618" y="46463"/>
                    </a:cubicBezTo>
                    <a:lnTo>
                      <a:pt x="86618" y="31847"/>
                    </a:lnTo>
                    <a:lnTo>
                      <a:pt x="32463" y="0"/>
                    </a:lnTo>
                    <a:lnTo>
                      <a:pt x="28462" y="10770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794DE285-E106-3D32-DEB7-F32A974A721D}"/>
                  </a:ext>
                </a:extLst>
              </p:cNvPr>
              <p:cNvSpPr/>
              <p:nvPr/>
            </p:nvSpPr>
            <p:spPr>
              <a:xfrm>
                <a:off x="5901008" y="3291057"/>
                <a:ext cx="68771" cy="64617"/>
              </a:xfrm>
              <a:custGeom>
                <a:avLst/>
                <a:gdLst>
                  <a:gd name="csX0" fmla="*/ 65848 w 68771"/>
                  <a:gd name="csY0" fmla="*/ 53386 h 64617"/>
                  <a:gd name="csX1" fmla="*/ 50309 w 68771"/>
                  <a:gd name="csY1" fmla="*/ 49540 h 64617"/>
                  <a:gd name="csX2" fmla="*/ 50309 w 68771"/>
                  <a:gd name="csY2" fmla="*/ 49540 h 64617"/>
                  <a:gd name="csX3" fmla="*/ 47694 w 68771"/>
                  <a:gd name="csY3" fmla="*/ 35078 h 64617"/>
                  <a:gd name="csX4" fmla="*/ 45694 w 68771"/>
                  <a:gd name="csY4" fmla="*/ 20462 h 64617"/>
                  <a:gd name="csX5" fmla="*/ 45694 w 68771"/>
                  <a:gd name="csY5" fmla="*/ 20462 h 64617"/>
                  <a:gd name="csX6" fmla="*/ 59233 w 68771"/>
                  <a:gd name="csY6" fmla="*/ 12000 h 64617"/>
                  <a:gd name="csX7" fmla="*/ 58463 w 68771"/>
                  <a:gd name="csY7" fmla="*/ 0 h 64617"/>
                  <a:gd name="csX8" fmla="*/ 0 w 68771"/>
                  <a:gd name="csY8" fmla="*/ 37386 h 64617"/>
                  <a:gd name="csX9" fmla="*/ 1539 w 68771"/>
                  <a:gd name="csY9" fmla="*/ 47386 h 64617"/>
                  <a:gd name="csX10" fmla="*/ 68771 w 68771"/>
                  <a:gd name="csY10" fmla="*/ 64617 h 64617"/>
                  <a:gd name="csX11" fmla="*/ 65848 w 68771"/>
                  <a:gd name="csY11" fmla="*/ 53386 h 64617"/>
                  <a:gd name="csX12" fmla="*/ 36463 w 68771"/>
                  <a:gd name="csY12" fmla="*/ 26155 h 64617"/>
                  <a:gd name="csX13" fmla="*/ 38001 w 68771"/>
                  <a:gd name="csY13" fmla="*/ 36770 h 64617"/>
                  <a:gd name="csX14" fmla="*/ 39847 w 68771"/>
                  <a:gd name="csY14" fmla="*/ 47232 h 64617"/>
                  <a:gd name="csX15" fmla="*/ 13693 w 68771"/>
                  <a:gd name="csY15" fmla="*/ 40617 h 64617"/>
                  <a:gd name="csX16" fmla="*/ 36463 w 68771"/>
                  <a:gd name="csY16" fmla="*/ 26155 h 646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68771" h="64617">
                    <a:moveTo>
                      <a:pt x="65848" y="53386"/>
                    </a:moveTo>
                    <a:lnTo>
                      <a:pt x="50309" y="49540"/>
                    </a:lnTo>
                    <a:lnTo>
                      <a:pt x="50309" y="49540"/>
                    </a:lnTo>
                    <a:cubicBezTo>
                      <a:pt x="49232" y="44771"/>
                      <a:pt x="48463" y="39847"/>
                      <a:pt x="47694" y="35078"/>
                    </a:cubicBezTo>
                    <a:cubicBezTo>
                      <a:pt x="46771" y="30309"/>
                      <a:pt x="46155" y="25385"/>
                      <a:pt x="45694" y="20462"/>
                    </a:cubicBezTo>
                    <a:lnTo>
                      <a:pt x="45694" y="20462"/>
                    </a:lnTo>
                    <a:lnTo>
                      <a:pt x="59233" y="12000"/>
                    </a:lnTo>
                    <a:lnTo>
                      <a:pt x="58463" y="0"/>
                    </a:lnTo>
                    <a:lnTo>
                      <a:pt x="0" y="37386"/>
                    </a:lnTo>
                    <a:lnTo>
                      <a:pt x="1539" y="47386"/>
                    </a:lnTo>
                    <a:lnTo>
                      <a:pt x="68771" y="64617"/>
                    </a:lnTo>
                    <a:lnTo>
                      <a:pt x="65848" y="53386"/>
                    </a:lnTo>
                    <a:close/>
                    <a:moveTo>
                      <a:pt x="36463" y="26155"/>
                    </a:moveTo>
                    <a:cubicBezTo>
                      <a:pt x="36924" y="29693"/>
                      <a:pt x="37386" y="33232"/>
                      <a:pt x="38001" y="36770"/>
                    </a:cubicBezTo>
                    <a:cubicBezTo>
                      <a:pt x="38617" y="40309"/>
                      <a:pt x="39232" y="43694"/>
                      <a:pt x="39847" y="47232"/>
                    </a:cubicBezTo>
                    <a:lnTo>
                      <a:pt x="13693" y="40617"/>
                    </a:lnTo>
                    <a:lnTo>
                      <a:pt x="36463" y="26155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D257462-80A9-246F-1E03-AE980FA4D0CA}"/>
                  </a:ext>
                </a:extLst>
              </p:cNvPr>
              <p:cNvSpPr/>
              <p:nvPr/>
            </p:nvSpPr>
            <p:spPr>
              <a:xfrm>
                <a:off x="6077882" y="3527610"/>
                <a:ext cx="51286" cy="68687"/>
              </a:xfrm>
              <a:custGeom>
                <a:avLst/>
                <a:gdLst>
                  <a:gd name="csX0" fmla="*/ 2824 w 51286"/>
                  <a:gd name="csY0" fmla="*/ 9916 h 68687"/>
                  <a:gd name="csX1" fmla="*/ 13132 w 51286"/>
                  <a:gd name="csY1" fmla="*/ 38686 h 68687"/>
                  <a:gd name="csX2" fmla="*/ 21594 w 51286"/>
                  <a:gd name="csY2" fmla="*/ 43763 h 68687"/>
                  <a:gd name="csX3" fmla="*/ 10209 w 51286"/>
                  <a:gd name="csY3" fmla="*/ 63149 h 68687"/>
                  <a:gd name="csX4" fmla="*/ 19593 w 51286"/>
                  <a:gd name="csY4" fmla="*/ 68687 h 68687"/>
                  <a:gd name="csX5" fmla="*/ 51287 w 51286"/>
                  <a:gd name="csY5" fmla="*/ 14993 h 68687"/>
                  <a:gd name="csX6" fmla="*/ 33440 w 51286"/>
                  <a:gd name="csY6" fmla="*/ 4224 h 68687"/>
                  <a:gd name="csX7" fmla="*/ 2824 w 51286"/>
                  <a:gd name="csY7" fmla="*/ 9916 h 68687"/>
                  <a:gd name="csX8" fmla="*/ 26363 w 51286"/>
                  <a:gd name="csY8" fmla="*/ 35455 h 68687"/>
                  <a:gd name="csX9" fmla="*/ 18209 w 51286"/>
                  <a:gd name="csY9" fmla="*/ 30686 h 68687"/>
                  <a:gd name="csX10" fmla="*/ 12055 w 51286"/>
                  <a:gd name="csY10" fmla="*/ 15609 h 68687"/>
                  <a:gd name="csX11" fmla="*/ 18978 w 51286"/>
                  <a:gd name="csY11" fmla="*/ 10378 h 68687"/>
                  <a:gd name="csX12" fmla="*/ 28517 w 51286"/>
                  <a:gd name="csY12" fmla="*/ 12839 h 68687"/>
                  <a:gd name="csX13" fmla="*/ 36825 w 51286"/>
                  <a:gd name="csY13" fmla="*/ 17763 h 68687"/>
                  <a:gd name="csX14" fmla="*/ 26363 w 51286"/>
                  <a:gd name="csY14" fmla="*/ 35455 h 686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1286" h="68687">
                    <a:moveTo>
                      <a:pt x="2824" y="9916"/>
                    </a:moveTo>
                    <a:cubicBezTo>
                      <a:pt x="-3484" y="20686"/>
                      <a:pt x="1131" y="31455"/>
                      <a:pt x="13132" y="38686"/>
                    </a:cubicBezTo>
                    <a:lnTo>
                      <a:pt x="21594" y="43763"/>
                    </a:lnTo>
                    <a:lnTo>
                      <a:pt x="10209" y="63149"/>
                    </a:lnTo>
                    <a:lnTo>
                      <a:pt x="19593" y="68687"/>
                    </a:lnTo>
                    <a:lnTo>
                      <a:pt x="51287" y="14993"/>
                    </a:lnTo>
                    <a:lnTo>
                      <a:pt x="33440" y="4224"/>
                    </a:lnTo>
                    <a:cubicBezTo>
                      <a:pt x="20978" y="-3007"/>
                      <a:pt x="9132" y="-853"/>
                      <a:pt x="2824" y="9916"/>
                    </a:cubicBezTo>
                    <a:close/>
                    <a:moveTo>
                      <a:pt x="26363" y="35455"/>
                    </a:moveTo>
                    <a:lnTo>
                      <a:pt x="18209" y="30686"/>
                    </a:lnTo>
                    <a:cubicBezTo>
                      <a:pt x="11132" y="26532"/>
                      <a:pt x="8824" y="21147"/>
                      <a:pt x="12055" y="15609"/>
                    </a:cubicBezTo>
                    <a:cubicBezTo>
                      <a:pt x="13901" y="12532"/>
                      <a:pt x="16209" y="10839"/>
                      <a:pt x="18978" y="10378"/>
                    </a:cubicBezTo>
                    <a:cubicBezTo>
                      <a:pt x="21747" y="9916"/>
                      <a:pt x="24978" y="10839"/>
                      <a:pt x="28517" y="12839"/>
                    </a:cubicBezTo>
                    <a:lnTo>
                      <a:pt x="36825" y="17763"/>
                    </a:lnTo>
                    <a:lnTo>
                      <a:pt x="26363" y="35455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275909EF-9504-AF9E-CEFB-718646A6F22D}"/>
                  </a:ext>
                </a:extLst>
              </p:cNvPr>
              <p:cNvSpPr/>
              <p:nvPr/>
            </p:nvSpPr>
            <p:spPr>
              <a:xfrm>
                <a:off x="5957625" y="3020126"/>
                <a:ext cx="100772" cy="102926"/>
              </a:xfrm>
              <a:custGeom>
                <a:avLst/>
                <a:gdLst>
                  <a:gd name="csX0" fmla="*/ 47386 w 100772"/>
                  <a:gd name="csY0" fmla="*/ 102926 h 102926"/>
                  <a:gd name="csX1" fmla="*/ 100772 w 100772"/>
                  <a:gd name="csY1" fmla="*/ 41078 h 102926"/>
                  <a:gd name="csX2" fmla="*/ 93080 w 100772"/>
                  <a:gd name="csY2" fmla="*/ 34309 h 102926"/>
                  <a:gd name="csX3" fmla="*/ 53386 w 100772"/>
                  <a:gd name="csY3" fmla="*/ 0 h 102926"/>
                  <a:gd name="csX4" fmla="*/ 45540 w 100772"/>
                  <a:gd name="csY4" fmla="*/ 7539 h 102926"/>
                  <a:gd name="csX5" fmla="*/ 85233 w 100772"/>
                  <a:gd name="csY5" fmla="*/ 41694 h 102926"/>
                  <a:gd name="csX6" fmla="*/ 68002 w 100772"/>
                  <a:gd name="csY6" fmla="*/ 59386 h 102926"/>
                  <a:gd name="csX7" fmla="*/ 28616 w 100772"/>
                  <a:gd name="csY7" fmla="*/ 25385 h 102926"/>
                  <a:gd name="csX8" fmla="*/ 21385 w 100772"/>
                  <a:gd name="csY8" fmla="*/ 33693 h 102926"/>
                  <a:gd name="csX9" fmla="*/ 60771 w 100772"/>
                  <a:gd name="csY9" fmla="*/ 67694 h 102926"/>
                  <a:gd name="csX10" fmla="*/ 46001 w 100772"/>
                  <a:gd name="csY10" fmla="*/ 87080 h 102926"/>
                  <a:gd name="csX11" fmla="*/ 6308 w 100772"/>
                  <a:gd name="csY11" fmla="*/ 52925 h 102926"/>
                  <a:gd name="csX12" fmla="*/ 0 w 100772"/>
                  <a:gd name="csY12" fmla="*/ 61848 h 102926"/>
                  <a:gd name="csX13" fmla="*/ 39694 w 100772"/>
                  <a:gd name="csY13" fmla="*/ 96157 h 102926"/>
                  <a:gd name="csX14" fmla="*/ 47386 w 100772"/>
                  <a:gd name="csY14" fmla="*/ 102926 h 1029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0772" h="102926">
                    <a:moveTo>
                      <a:pt x="47386" y="102926"/>
                    </a:moveTo>
                    <a:cubicBezTo>
                      <a:pt x="62156" y="79849"/>
                      <a:pt x="80156" y="59079"/>
                      <a:pt x="100772" y="41078"/>
                    </a:cubicBezTo>
                    <a:lnTo>
                      <a:pt x="93080" y="34309"/>
                    </a:lnTo>
                    <a:lnTo>
                      <a:pt x="53386" y="0"/>
                    </a:lnTo>
                    <a:cubicBezTo>
                      <a:pt x="50771" y="2462"/>
                      <a:pt x="48001" y="4923"/>
                      <a:pt x="45540" y="7539"/>
                    </a:cubicBezTo>
                    <a:lnTo>
                      <a:pt x="85233" y="41694"/>
                    </a:lnTo>
                    <a:cubicBezTo>
                      <a:pt x="79233" y="47386"/>
                      <a:pt x="73541" y="53232"/>
                      <a:pt x="68002" y="59386"/>
                    </a:cubicBezTo>
                    <a:lnTo>
                      <a:pt x="28616" y="25385"/>
                    </a:lnTo>
                    <a:cubicBezTo>
                      <a:pt x="26155" y="28155"/>
                      <a:pt x="23847" y="30924"/>
                      <a:pt x="21385" y="33693"/>
                    </a:cubicBezTo>
                    <a:lnTo>
                      <a:pt x="60771" y="67694"/>
                    </a:lnTo>
                    <a:cubicBezTo>
                      <a:pt x="55540" y="73848"/>
                      <a:pt x="50617" y="80310"/>
                      <a:pt x="46001" y="87080"/>
                    </a:cubicBezTo>
                    <a:lnTo>
                      <a:pt x="6308" y="52925"/>
                    </a:lnTo>
                    <a:cubicBezTo>
                      <a:pt x="4154" y="55848"/>
                      <a:pt x="2154" y="58925"/>
                      <a:pt x="0" y="61848"/>
                    </a:cubicBezTo>
                    <a:lnTo>
                      <a:pt x="39694" y="96157"/>
                    </a:lnTo>
                    <a:lnTo>
                      <a:pt x="47386" y="102926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EF3635B4-6E23-6F82-D57F-A1705BCF0EE0}"/>
                  </a:ext>
                </a:extLst>
              </p:cNvPr>
              <p:cNvSpPr/>
              <p:nvPr/>
            </p:nvSpPr>
            <p:spPr>
              <a:xfrm>
                <a:off x="5898824" y="3227517"/>
                <a:ext cx="64032" cy="52770"/>
              </a:xfrm>
              <a:custGeom>
                <a:avLst/>
                <a:gdLst>
                  <a:gd name="csX0" fmla="*/ 17723 w 64032"/>
                  <a:gd name="csY0" fmla="*/ 43078 h 52770"/>
                  <a:gd name="csX1" fmla="*/ 36493 w 64032"/>
                  <a:gd name="csY1" fmla="*/ 32463 h 52770"/>
                  <a:gd name="csX2" fmla="*/ 47416 w 64032"/>
                  <a:gd name="csY2" fmla="*/ 41847 h 52770"/>
                  <a:gd name="csX3" fmla="*/ 51109 w 64032"/>
                  <a:gd name="csY3" fmla="*/ 52771 h 52770"/>
                  <a:gd name="csX4" fmla="*/ 60493 w 64032"/>
                  <a:gd name="csY4" fmla="*/ 52617 h 52770"/>
                  <a:gd name="csX5" fmla="*/ 54186 w 64032"/>
                  <a:gd name="csY5" fmla="*/ 34001 h 52770"/>
                  <a:gd name="csX6" fmla="*/ 39570 w 64032"/>
                  <a:gd name="csY6" fmla="*/ 21693 h 52770"/>
                  <a:gd name="csX7" fmla="*/ 40185 w 64032"/>
                  <a:gd name="csY7" fmla="*/ 14000 h 52770"/>
                  <a:gd name="csX8" fmla="*/ 62494 w 64032"/>
                  <a:gd name="csY8" fmla="*/ 16000 h 52770"/>
                  <a:gd name="csX9" fmla="*/ 64032 w 64032"/>
                  <a:gd name="csY9" fmla="*/ 4923 h 52770"/>
                  <a:gd name="csX10" fmla="*/ 2338 w 64032"/>
                  <a:gd name="csY10" fmla="*/ 0 h 52770"/>
                  <a:gd name="csX11" fmla="*/ 184 w 64032"/>
                  <a:gd name="csY11" fmla="*/ 18924 h 52770"/>
                  <a:gd name="csX12" fmla="*/ 17723 w 64032"/>
                  <a:gd name="csY12" fmla="*/ 43078 h 52770"/>
                  <a:gd name="csX13" fmla="*/ 11415 w 64032"/>
                  <a:gd name="csY13" fmla="*/ 11847 h 52770"/>
                  <a:gd name="csX14" fmla="*/ 29877 w 64032"/>
                  <a:gd name="csY14" fmla="*/ 13385 h 52770"/>
                  <a:gd name="csX15" fmla="*/ 29262 w 64032"/>
                  <a:gd name="csY15" fmla="*/ 20462 h 52770"/>
                  <a:gd name="csX16" fmla="*/ 18646 w 64032"/>
                  <a:gd name="csY16" fmla="*/ 31539 h 52770"/>
                  <a:gd name="csX17" fmla="*/ 10492 w 64032"/>
                  <a:gd name="csY17" fmla="*/ 19231 h 52770"/>
                  <a:gd name="csX18" fmla="*/ 11415 w 64032"/>
                  <a:gd name="csY18" fmla="*/ 11847 h 527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64032" h="52770">
                    <a:moveTo>
                      <a:pt x="17723" y="43078"/>
                    </a:moveTo>
                    <a:cubicBezTo>
                      <a:pt x="28339" y="44001"/>
                      <a:pt x="34339" y="37540"/>
                      <a:pt x="36493" y="32463"/>
                    </a:cubicBezTo>
                    <a:lnTo>
                      <a:pt x="47416" y="41847"/>
                    </a:lnTo>
                    <a:cubicBezTo>
                      <a:pt x="50339" y="44463"/>
                      <a:pt x="52339" y="49386"/>
                      <a:pt x="51109" y="52771"/>
                    </a:cubicBezTo>
                    <a:lnTo>
                      <a:pt x="60493" y="52617"/>
                    </a:lnTo>
                    <a:cubicBezTo>
                      <a:pt x="62801" y="47540"/>
                      <a:pt x="61570" y="40155"/>
                      <a:pt x="54186" y="34001"/>
                    </a:cubicBezTo>
                    <a:lnTo>
                      <a:pt x="39570" y="21693"/>
                    </a:lnTo>
                    <a:lnTo>
                      <a:pt x="40185" y="14000"/>
                    </a:lnTo>
                    <a:lnTo>
                      <a:pt x="62494" y="16000"/>
                    </a:lnTo>
                    <a:lnTo>
                      <a:pt x="64032" y="4923"/>
                    </a:lnTo>
                    <a:lnTo>
                      <a:pt x="2338" y="0"/>
                    </a:lnTo>
                    <a:cubicBezTo>
                      <a:pt x="1722" y="3385"/>
                      <a:pt x="338" y="17077"/>
                      <a:pt x="184" y="18924"/>
                    </a:cubicBezTo>
                    <a:cubicBezTo>
                      <a:pt x="-1355" y="36001"/>
                      <a:pt x="6953" y="42309"/>
                      <a:pt x="17723" y="43078"/>
                    </a:cubicBezTo>
                    <a:close/>
                    <a:moveTo>
                      <a:pt x="11415" y="11847"/>
                    </a:moveTo>
                    <a:lnTo>
                      <a:pt x="29877" y="13385"/>
                    </a:lnTo>
                    <a:lnTo>
                      <a:pt x="29262" y="20462"/>
                    </a:lnTo>
                    <a:cubicBezTo>
                      <a:pt x="28800" y="26770"/>
                      <a:pt x="25108" y="32155"/>
                      <a:pt x="18646" y="31539"/>
                    </a:cubicBezTo>
                    <a:cubicBezTo>
                      <a:pt x="13723" y="31078"/>
                      <a:pt x="9877" y="28155"/>
                      <a:pt x="10492" y="19231"/>
                    </a:cubicBezTo>
                    <a:cubicBezTo>
                      <a:pt x="10800" y="17231"/>
                      <a:pt x="10954" y="14770"/>
                      <a:pt x="11415" y="11847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C7AE9E83-F9E3-F9A8-3847-E602CDC5BBE7}"/>
                  </a:ext>
                </a:extLst>
              </p:cNvPr>
              <p:cNvSpPr/>
              <p:nvPr/>
            </p:nvSpPr>
            <p:spPr>
              <a:xfrm>
                <a:off x="5917316" y="3367675"/>
                <a:ext cx="92310" cy="100926"/>
              </a:xfrm>
              <a:custGeom>
                <a:avLst/>
                <a:gdLst>
                  <a:gd name="csX0" fmla="*/ 92310 w 92310"/>
                  <a:gd name="csY0" fmla="*/ 73387 h 100926"/>
                  <a:gd name="csX1" fmla="*/ 56309 w 92310"/>
                  <a:gd name="csY1" fmla="*/ 0 h 100926"/>
                  <a:gd name="csX2" fmla="*/ 47078 w 92310"/>
                  <a:gd name="csY2" fmla="*/ 4462 h 100926"/>
                  <a:gd name="csX3" fmla="*/ 0 w 92310"/>
                  <a:gd name="csY3" fmla="*/ 27539 h 100926"/>
                  <a:gd name="csX4" fmla="*/ 3846 w 92310"/>
                  <a:gd name="csY4" fmla="*/ 37847 h 100926"/>
                  <a:gd name="csX5" fmla="*/ 50771 w 92310"/>
                  <a:gd name="csY5" fmla="*/ 14616 h 100926"/>
                  <a:gd name="csX6" fmla="*/ 60310 w 92310"/>
                  <a:gd name="csY6" fmla="*/ 37386 h 100926"/>
                  <a:gd name="csX7" fmla="*/ 13539 w 92310"/>
                  <a:gd name="csY7" fmla="*/ 60310 h 100926"/>
                  <a:gd name="csX8" fmla="*/ 18308 w 92310"/>
                  <a:gd name="csY8" fmla="*/ 70156 h 100926"/>
                  <a:gd name="csX9" fmla="*/ 65079 w 92310"/>
                  <a:gd name="csY9" fmla="*/ 47232 h 100926"/>
                  <a:gd name="csX10" fmla="*/ 77079 w 92310"/>
                  <a:gd name="csY10" fmla="*/ 68464 h 100926"/>
                  <a:gd name="csX11" fmla="*/ 30309 w 92310"/>
                  <a:gd name="csY11" fmla="*/ 91695 h 100926"/>
                  <a:gd name="csX12" fmla="*/ 36155 w 92310"/>
                  <a:gd name="csY12" fmla="*/ 100926 h 100926"/>
                  <a:gd name="csX13" fmla="*/ 83233 w 92310"/>
                  <a:gd name="csY13" fmla="*/ 77848 h 100926"/>
                  <a:gd name="csX14" fmla="*/ 92310 w 92310"/>
                  <a:gd name="csY14" fmla="*/ 73387 h 1009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92310" h="100926">
                    <a:moveTo>
                      <a:pt x="92310" y="73387"/>
                    </a:moveTo>
                    <a:cubicBezTo>
                      <a:pt x="76772" y="50771"/>
                      <a:pt x="64771" y="26155"/>
                      <a:pt x="56309" y="0"/>
                    </a:cubicBezTo>
                    <a:lnTo>
                      <a:pt x="47078" y="4462"/>
                    </a:lnTo>
                    <a:lnTo>
                      <a:pt x="0" y="27539"/>
                    </a:lnTo>
                    <a:cubicBezTo>
                      <a:pt x="1231" y="30924"/>
                      <a:pt x="2462" y="34309"/>
                      <a:pt x="3846" y="37847"/>
                    </a:cubicBezTo>
                    <a:lnTo>
                      <a:pt x="50771" y="14616"/>
                    </a:lnTo>
                    <a:cubicBezTo>
                      <a:pt x="53694" y="22308"/>
                      <a:pt x="56771" y="30001"/>
                      <a:pt x="60310" y="37386"/>
                    </a:cubicBezTo>
                    <a:lnTo>
                      <a:pt x="13539" y="60310"/>
                    </a:lnTo>
                    <a:cubicBezTo>
                      <a:pt x="15077" y="63694"/>
                      <a:pt x="16770" y="66925"/>
                      <a:pt x="18308" y="70156"/>
                    </a:cubicBezTo>
                    <a:lnTo>
                      <a:pt x="65079" y="47232"/>
                    </a:lnTo>
                    <a:cubicBezTo>
                      <a:pt x="68771" y="54463"/>
                      <a:pt x="72771" y="61540"/>
                      <a:pt x="77079" y="68464"/>
                    </a:cubicBezTo>
                    <a:lnTo>
                      <a:pt x="30309" y="91695"/>
                    </a:lnTo>
                    <a:cubicBezTo>
                      <a:pt x="32155" y="94772"/>
                      <a:pt x="34155" y="97849"/>
                      <a:pt x="36155" y="100926"/>
                    </a:cubicBezTo>
                    <a:lnTo>
                      <a:pt x="83233" y="77848"/>
                    </a:lnTo>
                    <a:lnTo>
                      <a:pt x="92310" y="73387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E3C0C0E6-F430-5AB2-8C61-A72CEE2EF406}"/>
                  </a:ext>
                </a:extLst>
              </p:cNvPr>
              <p:cNvSpPr/>
              <p:nvPr/>
            </p:nvSpPr>
            <p:spPr>
              <a:xfrm rot="-3293635">
                <a:off x="6027199" y="3530681"/>
                <a:ext cx="62310" cy="10923"/>
              </a:xfrm>
              <a:custGeom>
                <a:avLst/>
                <a:gdLst>
                  <a:gd name="csX0" fmla="*/ 0 w 62310"/>
                  <a:gd name="csY0" fmla="*/ 0 h 10923"/>
                  <a:gd name="csX1" fmla="*/ 62310 w 62310"/>
                  <a:gd name="csY1" fmla="*/ 0 h 10923"/>
                  <a:gd name="csX2" fmla="*/ 62310 w 62310"/>
                  <a:gd name="csY2" fmla="*/ 10924 h 10923"/>
                  <a:gd name="csX3" fmla="*/ 0 w 62310"/>
                  <a:gd name="csY3" fmla="*/ 10924 h 109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310" h="10923">
                    <a:moveTo>
                      <a:pt x="0" y="0"/>
                    </a:moveTo>
                    <a:lnTo>
                      <a:pt x="62310" y="0"/>
                    </a:lnTo>
                    <a:lnTo>
                      <a:pt x="62310" y="10924"/>
                    </a:lnTo>
                    <a:lnTo>
                      <a:pt x="0" y="10924"/>
                    </a:ln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74FF8E0-048A-5DA0-4D63-ABBA73BFB456}"/>
                  </a:ext>
                </a:extLst>
              </p:cNvPr>
              <p:cNvSpPr/>
              <p:nvPr/>
            </p:nvSpPr>
            <p:spPr>
              <a:xfrm>
                <a:off x="5980057" y="3461830"/>
                <a:ext cx="65434" cy="65250"/>
              </a:xfrm>
              <a:custGeom>
                <a:avLst/>
                <a:gdLst>
                  <a:gd name="csX0" fmla="*/ 56493 w 65434"/>
                  <a:gd name="csY0" fmla="*/ 10771 h 65250"/>
                  <a:gd name="csX1" fmla="*/ 28031 w 65434"/>
                  <a:gd name="csY1" fmla="*/ 309 h 65250"/>
                  <a:gd name="csX2" fmla="*/ 29569 w 65434"/>
                  <a:gd name="csY2" fmla="*/ 11232 h 65250"/>
                  <a:gd name="csX3" fmla="*/ 48955 w 65434"/>
                  <a:gd name="csY3" fmla="*/ 17540 h 65250"/>
                  <a:gd name="csX4" fmla="*/ 47108 w 65434"/>
                  <a:gd name="csY4" fmla="*/ 48157 h 65250"/>
                  <a:gd name="csX5" fmla="*/ 16492 w 65434"/>
                  <a:gd name="csY5" fmla="*/ 47849 h 65250"/>
                  <a:gd name="csX6" fmla="*/ 11569 w 65434"/>
                  <a:gd name="csY6" fmla="*/ 28464 h 65250"/>
                  <a:gd name="csX7" fmla="*/ 645 w 65434"/>
                  <a:gd name="csY7" fmla="*/ 26156 h 65250"/>
                  <a:gd name="csX8" fmla="*/ 8953 w 65434"/>
                  <a:gd name="csY8" fmla="*/ 54464 h 65250"/>
                  <a:gd name="csX9" fmla="*/ 54801 w 65434"/>
                  <a:gd name="csY9" fmla="*/ 56618 h 65250"/>
                  <a:gd name="csX10" fmla="*/ 56493 w 65434"/>
                  <a:gd name="csY10" fmla="*/ 10771 h 65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65434" h="65250">
                    <a:moveTo>
                      <a:pt x="56493" y="10771"/>
                    </a:moveTo>
                    <a:cubicBezTo>
                      <a:pt x="48493" y="2155"/>
                      <a:pt x="37877" y="-1076"/>
                      <a:pt x="28031" y="309"/>
                    </a:cubicBezTo>
                    <a:lnTo>
                      <a:pt x="29569" y="11232"/>
                    </a:lnTo>
                    <a:cubicBezTo>
                      <a:pt x="36493" y="9848"/>
                      <a:pt x="43724" y="11694"/>
                      <a:pt x="48955" y="17540"/>
                    </a:cubicBezTo>
                    <a:cubicBezTo>
                      <a:pt x="57416" y="26617"/>
                      <a:pt x="56032" y="40002"/>
                      <a:pt x="47108" y="48157"/>
                    </a:cubicBezTo>
                    <a:cubicBezTo>
                      <a:pt x="38031" y="56465"/>
                      <a:pt x="24954" y="56926"/>
                      <a:pt x="16492" y="47849"/>
                    </a:cubicBezTo>
                    <a:cubicBezTo>
                      <a:pt x="11261" y="42310"/>
                      <a:pt x="9876" y="35079"/>
                      <a:pt x="11569" y="28464"/>
                    </a:cubicBezTo>
                    <a:lnTo>
                      <a:pt x="645" y="26156"/>
                    </a:lnTo>
                    <a:cubicBezTo>
                      <a:pt x="-1355" y="35695"/>
                      <a:pt x="1261" y="46157"/>
                      <a:pt x="8953" y="54464"/>
                    </a:cubicBezTo>
                    <a:cubicBezTo>
                      <a:pt x="22031" y="68465"/>
                      <a:pt x="42031" y="68465"/>
                      <a:pt x="54801" y="56618"/>
                    </a:cubicBezTo>
                    <a:cubicBezTo>
                      <a:pt x="67878" y="44464"/>
                      <a:pt x="69417" y="24925"/>
                      <a:pt x="56493" y="10771"/>
                    </a:cubicBezTo>
                    <a:close/>
                  </a:path>
                </a:pathLst>
              </a:custGeom>
              <a:grpFill/>
              <a:ln w="15315" cap="flat">
                <a:noFill/>
                <a:prstDash val="solid"/>
                <a:miter/>
              </a:ln>
            </p:spPr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2ED5A05-917F-E312-4AE3-4F1B2383AC08}"/>
              </a:ext>
            </a:extLst>
          </p:cNvPr>
          <p:cNvSpPr txBox="1"/>
          <p:nvPr/>
        </p:nvSpPr>
        <p:spPr>
          <a:xfrm>
            <a:off x="1934041" y="2025812"/>
            <a:ext cx="83202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6600" b="1" spc="-160" dirty="0">
                <a:gradFill>
                  <a:gsLst>
                    <a:gs pos="57000">
                      <a:srgbClr val="F2F9EE"/>
                    </a:gs>
                    <a:gs pos="26000">
                      <a:srgbClr val="86C667"/>
                    </a:gs>
                    <a:gs pos="0">
                      <a:srgbClr val="00D67D"/>
                    </a:gs>
                    <a:gs pos="99000">
                      <a:schemeClr val="bg1"/>
                    </a:gs>
                  </a:gsLst>
                  <a:lin ang="10800000" scaled="1"/>
                </a:gradFill>
                <a:latin typeface="SB Sans Display Semibold"/>
                <a:cs typeface="SB Sans Display Semibold"/>
              </a:rPr>
              <a:t>Технические критерии оценки кейса</a:t>
            </a:r>
            <a:endParaRPr kumimoji="0" lang="ru-RU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13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90255-35E8-85AC-86E8-5C8F181F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EB1ED3-8136-E62E-64A5-0430F20FD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EACB49-0264-2044-B692-B6E402EC4CDB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6DF0C-E866-FC7B-D951-FB6CB1B95858}"/>
              </a:ext>
            </a:extLst>
          </p:cNvPr>
          <p:cNvSpPr txBox="1"/>
          <p:nvPr/>
        </p:nvSpPr>
        <p:spPr>
          <a:xfrm>
            <a:off x="555191" y="692150"/>
            <a:ext cx="9794757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lvl="0">
              <a:lnSpc>
                <a:spcPts val="2860"/>
              </a:lnSpc>
              <a:defRPr kumimoji="0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</a:lstStyle>
          <a:p>
            <a:r>
              <a:rPr lang="ru-RU" sz="4000" dirty="0"/>
              <a:t>Что нужно продумать</a:t>
            </a:r>
            <a:endParaRPr lang="en-US" sz="4000" dirty="0">
              <a:solidFill>
                <a:srgbClr val="46F8A5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ADCCA76-3B57-208F-FBA4-2D4E7F487A3F}"/>
              </a:ext>
            </a:extLst>
          </p:cNvPr>
          <p:cNvSpPr/>
          <p:nvPr/>
        </p:nvSpPr>
        <p:spPr>
          <a:xfrm>
            <a:off x="1642461" y="1665909"/>
            <a:ext cx="2077748" cy="2601291"/>
          </a:xfrm>
          <a:prstGeom prst="roundRect">
            <a:avLst>
              <a:gd name="adj" fmla="val 6708"/>
            </a:avLst>
          </a:prstGeom>
          <a:gradFill flip="none" rotWithShape="1">
            <a:gsLst>
              <a:gs pos="42000">
                <a:srgbClr val="7AC869"/>
              </a:gs>
              <a:gs pos="100000">
                <a:srgbClr val="069B5B"/>
              </a:gs>
              <a:gs pos="0">
                <a:srgbClr val="86C667"/>
              </a:gs>
              <a:gs pos="73000">
                <a:srgbClr val="00D67D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2F3D863-2CC2-BED9-48D1-6D80165E8313}"/>
              </a:ext>
            </a:extLst>
          </p:cNvPr>
          <p:cNvSpPr/>
          <p:nvPr/>
        </p:nvSpPr>
        <p:spPr>
          <a:xfrm>
            <a:off x="1747443" y="1665910"/>
            <a:ext cx="2416682" cy="2601290"/>
          </a:xfrm>
          <a:prstGeom prst="roundRect">
            <a:avLst>
              <a:gd name="adj" fmla="val 6708"/>
            </a:avLst>
          </a:prstGeom>
          <a:solidFill>
            <a:srgbClr val="1E263C"/>
          </a:solidFill>
          <a:ln w="3175">
            <a:solidFill>
              <a:srgbClr val="00D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D8DA8E2F-7249-F9E0-334B-94F580EFE6B5}"/>
              </a:ext>
            </a:extLst>
          </p:cNvPr>
          <p:cNvSpPr/>
          <p:nvPr/>
        </p:nvSpPr>
        <p:spPr>
          <a:xfrm>
            <a:off x="4773587" y="1665909"/>
            <a:ext cx="2077748" cy="2601291"/>
          </a:xfrm>
          <a:prstGeom prst="roundRect">
            <a:avLst>
              <a:gd name="adj" fmla="val 6708"/>
            </a:avLst>
          </a:prstGeom>
          <a:gradFill flip="none" rotWithShape="1">
            <a:gsLst>
              <a:gs pos="42000">
                <a:srgbClr val="7AC869"/>
              </a:gs>
              <a:gs pos="100000">
                <a:srgbClr val="069B5B"/>
              </a:gs>
              <a:gs pos="0">
                <a:srgbClr val="86C667"/>
              </a:gs>
              <a:gs pos="73000">
                <a:srgbClr val="00D67D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68E2EE92-2701-A97D-E3FC-D34D41380EF9}"/>
              </a:ext>
            </a:extLst>
          </p:cNvPr>
          <p:cNvSpPr/>
          <p:nvPr/>
        </p:nvSpPr>
        <p:spPr>
          <a:xfrm>
            <a:off x="4878568" y="1665910"/>
            <a:ext cx="2312948" cy="2601290"/>
          </a:xfrm>
          <a:prstGeom prst="roundRect">
            <a:avLst>
              <a:gd name="adj" fmla="val 6708"/>
            </a:avLst>
          </a:prstGeom>
          <a:solidFill>
            <a:srgbClr val="1E263C"/>
          </a:solidFill>
          <a:ln w="3175">
            <a:solidFill>
              <a:srgbClr val="00D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867D280F-9EC6-4F9E-587C-F7CFD3210EE5}"/>
              </a:ext>
            </a:extLst>
          </p:cNvPr>
          <p:cNvSpPr/>
          <p:nvPr/>
        </p:nvSpPr>
        <p:spPr>
          <a:xfrm>
            <a:off x="8003519" y="1665909"/>
            <a:ext cx="2077748" cy="2601291"/>
          </a:xfrm>
          <a:prstGeom prst="roundRect">
            <a:avLst>
              <a:gd name="adj" fmla="val 6708"/>
            </a:avLst>
          </a:prstGeom>
          <a:gradFill flip="none" rotWithShape="1">
            <a:gsLst>
              <a:gs pos="42000">
                <a:srgbClr val="7AC869"/>
              </a:gs>
              <a:gs pos="100000">
                <a:srgbClr val="069B5B"/>
              </a:gs>
              <a:gs pos="0">
                <a:srgbClr val="86C667"/>
              </a:gs>
              <a:gs pos="73000">
                <a:srgbClr val="00D67D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EAC9FE4D-4BD4-5FB0-D988-BE8BDDA5C870}"/>
              </a:ext>
            </a:extLst>
          </p:cNvPr>
          <p:cNvSpPr/>
          <p:nvPr/>
        </p:nvSpPr>
        <p:spPr>
          <a:xfrm>
            <a:off x="8108501" y="1665910"/>
            <a:ext cx="2441038" cy="2601290"/>
          </a:xfrm>
          <a:prstGeom prst="roundRect">
            <a:avLst>
              <a:gd name="adj" fmla="val 6708"/>
            </a:avLst>
          </a:prstGeom>
          <a:solidFill>
            <a:srgbClr val="1E263C"/>
          </a:solidFill>
          <a:ln w="3175">
            <a:solidFill>
              <a:srgbClr val="00D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FEF6E8-FEDB-A15D-937C-C7B0A987A8F2}"/>
              </a:ext>
            </a:extLst>
          </p:cNvPr>
          <p:cNvSpPr/>
          <p:nvPr/>
        </p:nvSpPr>
        <p:spPr>
          <a:xfrm>
            <a:off x="1642460" y="4485621"/>
            <a:ext cx="8438807" cy="1072319"/>
          </a:xfrm>
          <a:prstGeom prst="roundRect">
            <a:avLst>
              <a:gd name="adj" fmla="val 11876"/>
            </a:avLst>
          </a:prstGeom>
          <a:solidFill>
            <a:srgbClr val="1E263C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FB74779-4D14-691F-5D9A-EB056553A47E}"/>
              </a:ext>
            </a:extLst>
          </p:cNvPr>
          <p:cNvSpPr/>
          <p:nvPr/>
        </p:nvSpPr>
        <p:spPr>
          <a:xfrm>
            <a:off x="3222446" y="4708173"/>
            <a:ext cx="6497389" cy="73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ru-RU" sz="2000" dirty="0">
                <a:solidFill>
                  <a:srgbClr val="46F8A5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ФИНАЛЬНЫЙ АРТЕФАКТ:</a:t>
            </a:r>
            <a:br>
              <a:rPr lang="ru-RU" sz="2000" dirty="0">
                <a:solidFill>
                  <a:srgbClr val="46F8A5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</a:br>
            <a:r>
              <a:rPr lang="ru-RU" sz="20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презентация с описанием технического решения</a:t>
            </a:r>
            <a:r>
              <a:rPr lang="en-US" sz="20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*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B0ACC1F-D94F-4CC6-B5DD-411BA64A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85" y="4594766"/>
            <a:ext cx="1228414" cy="11732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2FE1D75-F19B-CB50-4B66-AD7279A6FA2C}"/>
              </a:ext>
            </a:extLst>
          </p:cNvPr>
          <p:cNvSpPr txBox="1"/>
          <p:nvPr/>
        </p:nvSpPr>
        <p:spPr>
          <a:xfrm>
            <a:off x="4590604" y="6213307"/>
            <a:ext cx="730163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*</a:t>
            </a:r>
            <a:r>
              <a:rPr lang="ru-RU" sz="1600" dirty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Рабочий прототип и </a:t>
            </a:r>
            <a:r>
              <a:rPr lang="en-US" sz="1600" dirty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live-demo </a:t>
            </a:r>
            <a:r>
              <a:rPr lang="ru-RU" sz="1600" dirty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будут дополнительным плюсом</a:t>
            </a:r>
            <a:endParaRPr lang="en-US" sz="1600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FAC2AFC0-2636-58AF-BDAE-1362F56DD7DC}"/>
              </a:ext>
            </a:extLst>
          </p:cNvPr>
          <p:cNvSpPr/>
          <p:nvPr/>
        </p:nvSpPr>
        <p:spPr>
          <a:xfrm>
            <a:off x="1984090" y="1884331"/>
            <a:ext cx="1864269" cy="40868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UX</a:t>
            </a:r>
            <a: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 </a:t>
            </a:r>
            <a:b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</a:br>
            <a: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(0-5)</a:t>
            </a:r>
            <a:endParaRPr lang="en-US" sz="1400" dirty="0">
              <a:solidFill>
                <a:srgbClr val="46F8A5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A8353D1-CC12-9BFD-8BDF-AE54D7D82845}"/>
              </a:ext>
            </a:extLst>
          </p:cNvPr>
          <p:cNvSpPr/>
          <p:nvPr/>
        </p:nvSpPr>
        <p:spPr>
          <a:xfrm>
            <a:off x="1922513" y="2780371"/>
            <a:ext cx="220369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Как пользователь ставит задачу</a:t>
            </a:r>
            <a:endParaRPr lang="en-US" sz="2000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и </a:t>
            </a:r>
            <a:r>
              <a:rPr lang="en-US" sz="2000" dirty="0" err="1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вносит</a:t>
            </a:r>
            <a:r>
              <a:rPr lang="en-US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 </a:t>
            </a:r>
            <a:br>
              <a:rPr lang="ru-RU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изменения</a:t>
            </a:r>
            <a:endParaRPr lang="en-US" sz="2000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6E10F4D5-CB0D-901D-4859-4D97EEA569A3}"/>
              </a:ext>
            </a:extLst>
          </p:cNvPr>
          <p:cNvSpPr/>
          <p:nvPr/>
        </p:nvSpPr>
        <p:spPr>
          <a:xfrm>
            <a:off x="5006719" y="1884331"/>
            <a:ext cx="2184797" cy="546304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r>
              <a:rPr lang="en-US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АРХИТЕКТУРА</a:t>
            </a:r>
            <a:b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</a:br>
            <a: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(0-5)</a:t>
            </a:r>
            <a:r>
              <a:rPr lang="en-US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 </a:t>
            </a:r>
            <a:b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</a:br>
            <a:endParaRPr lang="en-US" dirty="0">
              <a:solidFill>
                <a:srgbClr val="46F8A5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79804960-F5BB-3834-7067-BFFCFB2EABDB}"/>
              </a:ext>
            </a:extLst>
          </p:cNvPr>
          <p:cNvSpPr/>
          <p:nvPr/>
        </p:nvSpPr>
        <p:spPr>
          <a:xfrm>
            <a:off x="5084097" y="2780371"/>
            <a:ext cx="198018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Агентская логика, хранение состояний, …</a:t>
            </a:r>
            <a:endParaRPr lang="en-US" sz="2000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436BD10-ABF1-C84E-EDAE-11AB2A00F67C}"/>
              </a:ext>
            </a:extLst>
          </p:cNvPr>
          <p:cNvSpPr/>
          <p:nvPr/>
        </p:nvSpPr>
        <p:spPr>
          <a:xfrm>
            <a:off x="8241420" y="1884331"/>
            <a:ext cx="2184797" cy="82378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ПРИМЕНИМОСТЬ</a:t>
            </a:r>
            <a:r>
              <a:rPr lang="en-US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 </a:t>
            </a:r>
            <a:b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</a:br>
            <a: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В</a:t>
            </a:r>
            <a:r>
              <a:rPr lang="en-US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 LANGFLOW</a:t>
            </a:r>
            <a:b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</a:br>
            <a:r>
              <a:rPr lang="ru-RU" dirty="0">
                <a:solidFill>
                  <a:srgbClr val="46F8A5"/>
                </a:solidFill>
                <a:latin typeface="SB Sans Display" panose="020B0503040504020204" pitchFamily="34" charset="0"/>
                <a:ea typeface="Raleway" pitchFamily="34" charset="-122"/>
                <a:cs typeface="SB Sans Display" panose="020B0503040504020204" pitchFamily="34" charset="0"/>
              </a:rPr>
              <a:t>(0-5)</a:t>
            </a:r>
            <a:endParaRPr lang="en-US" dirty="0">
              <a:solidFill>
                <a:srgbClr val="46F8A5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8EFF2020-CEC5-E30B-B080-37925970F1AC}"/>
              </a:ext>
            </a:extLst>
          </p:cNvPr>
          <p:cNvSpPr/>
          <p:nvPr/>
        </p:nvSpPr>
        <p:spPr>
          <a:xfrm>
            <a:off x="8321451" y="2824162"/>
            <a:ext cx="17598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К</a:t>
            </a:r>
            <a:r>
              <a:rPr lang="en-US" sz="2000" dirty="0" err="1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омпоненты</a:t>
            </a:r>
            <a:r>
              <a:rPr lang="en-US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, параметры, </a:t>
            </a:r>
            <a:r>
              <a:rPr lang="en-US" sz="2000" dirty="0" err="1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связ</a:t>
            </a:r>
            <a:r>
              <a:rPr lang="ru-RU" sz="2000" dirty="0">
                <a:solidFill>
                  <a:schemeClr val="bg1"/>
                </a:solidFill>
                <a:latin typeface="SB Sans Display Light" panose="020B0303040504020204" pitchFamily="34" charset="0"/>
                <a:ea typeface="Roboto" pitchFamily="34" charset="-122"/>
                <a:cs typeface="SB Sans Display Light" panose="020B0303040504020204" pitchFamily="34" charset="0"/>
              </a:rPr>
              <a:t>и, валидация</a:t>
            </a:r>
            <a:endParaRPr lang="en-US" sz="2000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40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917C-2E1C-6992-3A17-18EEAB61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81B9440-03A3-DF5E-1401-0296499EF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EACB49-0264-2044-B692-B6E402EC4CDB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9408D-F201-92F5-FB38-6C3926348C01}"/>
              </a:ext>
            </a:extLst>
          </p:cNvPr>
          <p:cNvSpPr txBox="1"/>
          <p:nvPr/>
        </p:nvSpPr>
        <p:spPr>
          <a:xfrm>
            <a:off x="555191" y="692150"/>
            <a:ext cx="9794757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lvl="0">
              <a:lnSpc>
                <a:spcPts val="2860"/>
              </a:lnSpc>
              <a:defRPr kumimoji="0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</a:lstStyle>
          <a:p>
            <a:r>
              <a:rPr lang="en-US" sz="4000" dirty="0">
                <a:solidFill>
                  <a:srgbClr val="46F8A5"/>
                </a:solidFill>
              </a:rPr>
              <a:t>UX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F36CF6C-3A2E-AA7A-CA6D-31980ECFB6C0}"/>
              </a:ext>
            </a:extLst>
          </p:cNvPr>
          <p:cNvSpPr/>
          <p:nvPr/>
        </p:nvSpPr>
        <p:spPr>
          <a:xfrm>
            <a:off x="913256" y="1394483"/>
            <a:ext cx="2077748" cy="4769615"/>
          </a:xfrm>
          <a:prstGeom prst="roundRect">
            <a:avLst>
              <a:gd name="adj" fmla="val 6708"/>
            </a:avLst>
          </a:prstGeom>
          <a:gradFill flip="none" rotWithShape="1">
            <a:gsLst>
              <a:gs pos="42000">
                <a:srgbClr val="7AC869"/>
              </a:gs>
              <a:gs pos="100000">
                <a:srgbClr val="069B5B"/>
              </a:gs>
              <a:gs pos="0">
                <a:srgbClr val="86C667"/>
              </a:gs>
              <a:gs pos="73000">
                <a:srgbClr val="00D67D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A146FEA-4713-4ECF-A33A-62C6114CF633}"/>
              </a:ext>
            </a:extLst>
          </p:cNvPr>
          <p:cNvSpPr/>
          <p:nvPr/>
        </p:nvSpPr>
        <p:spPr>
          <a:xfrm>
            <a:off x="1018237" y="1394483"/>
            <a:ext cx="9942540" cy="4769615"/>
          </a:xfrm>
          <a:prstGeom prst="roundRect">
            <a:avLst>
              <a:gd name="adj" fmla="val 6708"/>
            </a:avLst>
          </a:prstGeom>
          <a:solidFill>
            <a:srgbClr val="1E263C"/>
          </a:solidFill>
          <a:ln w="3175">
            <a:solidFill>
              <a:srgbClr val="00D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62442BA3-2AF3-A24C-2B10-C3101C350E24}"/>
              </a:ext>
            </a:extLst>
          </p:cNvPr>
          <p:cNvSpPr/>
          <p:nvPr/>
        </p:nvSpPr>
        <p:spPr>
          <a:xfrm>
            <a:off x="1231223" y="2349153"/>
            <a:ext cx="817899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6A595-6010-67BA-5420-A4AC90EE1E45}"/>
              </a:ext>
            </a:extLst>
          </p:cNvPr>
          <p:cNvSpPr txBox="1"/>
          <p:nvPr/>
        </p:nvSpPr>
        <p:spPr>
          <a:xfrm>
            <a:off x="1456597" y="1515352"/>
            <a:ext cx="889335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выглядит интерфейсно?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работаем с размытой постановкой задачи? Как поймем, что информации достаточно для построения? Как не утомить уточняющими вопросами?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Всегда ли строим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 на любое сообщение или консультируем по компонентам и функционалу?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Строим сразу или говорим, что будет происходить, и просим </a:t>
            </a:r>
            <a:r>
              <a:rPr lang="ru-RU" sz="2200" dirty="0" err="1">
                <a:solidFill>
                  <a:schemeClr val="bg1"/>
                </a:solidFill>
              </a:rPr>
              <a:t>апрув</a:t>
            </a:r>
            <a:r>
              <a:rPr lang="ru-RU" sz="2200" dirty="0">
                <a:solidFill>
                  <a:schemeClr val="bg1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Может ли пользователь через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 редактировать свой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? Может ли задавать по нему вопросы?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Можно ли через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 изменить параметры компонента? Можно ли заменить компонент?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Что делать, если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  не уложился за определенное время или количество итераций?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  <a:defRPr/>
            </a:pPr>
            <a:endParaRPr lang="ru-RU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52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D8D7-C1A6-9528-86B3-EFE0D84A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27B8B2A-3CFE-058E-B04E-95D2CA72C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EACB49-0264-2044-B692-B6E402EC4CDB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1875F-A97F-C766-6EBC-3891816B36E3}"/>
              </a:ext>
            </a:extLst>
          </p:cNvPr>
          <p:cNvSpPr txBox="1"/>
          <p:nvPr/>
        </p:nvSpPr>
        <p:spPr>
          <a:xfrm>
            <a:off x="555191" y="692150"/>
            <a:ext cx="9794757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lvl="0">
              <a:lnSpc>
                <a:spcPts val="2860"/>
              </a:lnSpc>
              <a:defRPr kumimoji="0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</a:lstStyle>
          <a:p>
            <a:r>
              <a:rPr lang="ru-RU" sz="4000" dirty="0" err="1">
                <a:solidFill>
                  <a:srgbClr val="46F8A5"/>
                </a:solidFill>
              </a:rPr>
              <a:t>Верхнеуровневая</a:t>
            </a:r>
            <a:r>
              <a:rPr lang="ru-RU" sz="4000" dirty="0">
                <a:solidFill>
                  <a:srgbClr val="46F8A5"/>
                </a:solidFill>
              </a:rPr>
              <a:t> архитектура</a:t>
            </a:r>
            <a:endParaRPr lang="en-US" sz="4000" dirty="0">
              <a:solidFill>
                <a:srgbClr val="46F8A5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F25C663-1270-041D-19B9-35700C113104}"/>
              </a:ext>
            </a:extLst>
          </p:cNvPr>
          <p:cNvSpPr/>
          <p:nvPr/>
        </p:nvSpPr>
        <p:spPr>
          <a:xfrm>
            <a:off x="913256" y="1480547"/>
            <a:ext cx="2077748" cy="4769615"/>
          </a:xfrm>
          <a:prstGeom prst="roundRect">
            <a:avLst>
              <a:gd name="adj" fmla="val 6708"/>
            </a:avLst>
          </a:prstGeom>
          <a:gradFill flip="none" rotWithShape="1">
            <a:gsLst>
              <a:gs pos="42000">
                <a:srgbClr val="7AC869"/>
              </a:gs>
              <a:gs pos="100000">
                <a:srgbClr val="069B5B"/>
              </a:gs>
              <a:gs pos="0">
                <a:srgbClr val="86C667"/>
              </a:gs>
              <a:gs pos="73000">
                <a:srgbClr val="00D67D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B6767CF-490D-662C-2977-4614BD330511}"/>
              </a:ext>
            </a:extLst>
          </p:cNvPr>
          <p:cNvSpPr/>
          <p:nvPr/>
        </p:nvSpPr>
        <p:spPr>
          <a:xfrm>
            <a:off x="1018236" y="1480547"/>
            <a:ext cx="10260507" cy="4769615"/>
          </a:xfrm>
          <a:prstGeom prst="roundRect">
            <a:avLst>
              <a:gd name="adj" fmla="val 6708"/>
            </a:avLst>
          </a:prstGeom>
          <a:solidFill>
            <a:srgbClr val="1E263C"/>
          </a:solidFill>
          <a:ln w="3175">
            <a:solidFill>
              <a:srgbClr val="00D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" sz="20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A57B294-1577-A5FB-147B-E61D36E8CEF9}"/>
              </a:ext>
            </a:extLst>
          </p:cNvPr>
          <p:cNvSpPr/>
          <p:nvPr/>
        </p:nvSpPr>
        <p:spPr>
          <a:xfrm>
            <a:off x="1231223" y="2435217"/>
            <a:ext cx="817899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61878-02ED-0F24-45DD-816860D7AD03}"/>
              </a:ext>
            </a:extLst>
          </p:cNvPr>
          <p:cNvSpPr txBox="1"/>
          <p:nvPr/>
        </p:nvSpPr>
        <p:spPr>
          <a:xfrm>
            <a:off x="1324282" y="1795928"/>
            <a:ext cx="902566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Какие модули вообще есть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 «видит» </a:t>
            </a:r>
            <a:r>
              <a:rPr lang="en" sz="2200" dirty="0">
                <a:solidFill>
                  <a:schemeClr val="bg1"/>
                </a:solidFill>
              </a:rPr>
              <a:t>workflow? </a:t>
            </a:r>
            <a:r>
              <a:rPr lang="ru-RU" sz="2200" dirty="0">
                <a:solidFill>
                  <a:schemeClr val="bg1"/>
                </a:solidFill>
              </a:rPr>
              <a:t>Какое представление этого графа?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Какие есть способы его редактировать?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передать </a:t>
            </a:r>
            <a:r>
              <a:rPr lang="en" sz="2200" dirty="0">
                <a:solidFill>
                  <a:schemeClr val="bg1"/>
                </a:solidFill>
              </a:rPr>
              <a:t>LLM </a:t>
            </a:r>
            <a:r>
              <a:rPr lang="ru-RU" sz="2200" dirty="0">
                <a:solidFill>
                  <a:schemeClr val="bg1"/>
                </a:solidFill>
              </a:rPr>
              <a:t>это представление графа? </a:t>
            </a:r>
            <a:r>
              <a:rPr lang="en-US" sz="2200" dirty="0">
                <a:solidFill>
                  <a:schemeClr val="bg1"/>
                </a:solidFill>
              </a:rPr>
              <a:t>s</a:t>
            </a:r>
            <a:r>
              <a:rPr lang="en" sz="2200" dirty="0" err="1">
                <a:solidFill>
                  <a:schemeClr val="bg1"/>
                </a:solidFill>
              </a:rPr>
              <a:t>ystem</a:t>
            </a:r>
            <a:r>
              <a:rPr lang="en" sz="2200" dirty="0">
                <a:solidFill>
                  <a:schemeClr val="bg1"/>
                </a:solidFill>
              </a:rPr>
              <a:t> prompt / </a:t>
            </a:r>
            <a:r>
              <a:rPr lang="en" sz="2200" dirty="0" err="1">
                <a:solidFill>
                  <a:schemeClr val="bg1"/>
                </a:solidFill>
              </a:rPr>
              <a:t>ai_message</a:t>
            </a:r>
            <a:r>
              <a:rPr lang="en" sz="2200" dirty="0">
                <a:solidFill>
                  <a:schemeClr val="bg1"/>
                </a:solidFill>
              </a:rPr>
              <a:t> / </a:t>
            </a:r>
            <a:r>
              <a:rPr lang="en" sz="2200" dirty="0" err="1">
                <a:solidFill>
                  <a:schemeClr val="bg1"/>
                </a:solidFill>
              </a:rPr>
              <a:t>human_message</a:t>
            </a:r>
            <a:r>
              <a:rPr lang="en" sz="2200" dirty="0">
                <a:solidFill>
                  <a:schemeClr val="bg1"/>
                </a:solidFill>
              </a:rPr>
              <a:t> / …?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Если пользователь изменил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, то как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 об этом узнает?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Что храним в истории? Где и как хранятся состояния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, история сообщений пользователя и </a:t>
            </a:r>
            <a:r>
              <a:rPr lang="ru-RU" sz="2200" dirty="0" err="1">
                <a:solidFill>
                  <a:schemeClr val="bg1"/>
                </a:solidFill>
              </a:rPr>
              <a:t>копилота</a:t>
            </a: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95B4B-D57D-3960-E98C-D4F50EB44F1F}"/>
              </a:ext>
            </a:extLst>
          </p:cNvPr>
          <p:cNvSpPr txBox="1"/>
          <p:nvPr/>
        </p:nvSpPr>
        <p:spPr>
          <a:xfrm>
            <a:off x="1295163" y="4912075"/>
            <a:ext cx="9847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Простейший пример: «</a:t>
            </a:r>
            <a:r>
              <a:rPr lang="en" sz="2000" dirty="0">
                <a:solidFill>
                  <a:schemeClr val="bg1"/>
                </a:solidFill>
              </a:rPr>
              <a:t>Chat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I</a:t>
            </a:r>
            <a:r>
              <a:rPr lang="en" sz="2000" dirty="0" err="1">
                <a:solidFill>
                  <a:schemeClr val="bg1"/>
                </a:solidFill>
              </a:rPr>
              <a:t>nput</a:t>
            </a:r>
            <a:r>
              <a:rPr lang="en" sz="2000" dirty="0">
                <a:solidFill>
                  <a:schemeClr val="bg1"/>
                </a:solidFill>
              </a:rPr>
              <a:t> -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en" sz="2000" dirty="0">
                <a:solidFill>
                  <a:schemeClr val="bg1"/>
                </a:solidFill>
              </a:rPr>
              <a:t> LLM -&gt; Output» (</a:t>
            </a:r>
            <a:r>
              <a:rPr lang="ru-RU" sz="2000" dirty="0">
                <a:solidFill>
                  <a:schemeClr val="bg1"/>
                </a:solidFill>
              </a:rPr>
              <a:t>представление графа в виде строки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Редактирование: </a:t>
            </a:r>
            <a:r>
              <a:rPr lang="en" sz="2000" dirty="0" err="1">
                <a:solidFill>
                  <a:schemeClr val="bg1"/>
                </a:solidFill>
              </a:rPr>
              <a:t>LLM_tool</a:t>
            </a:r>
            <a:r>
              <a:rPr lang="en" sz="2000" dirty="0">
                <a:solidFill>
                  <a:schemeClr val="bg1"/>
                </a:solidFill>
              </a:rPr>
              <a:t> </a:t>
            </a:r>
            <a:r>
              <a:rPr lang="en" sz="2000" dirty="0" err="1">
                <a:solidFill>
                  <a:schemeClr val="bg1"/>
                </a:solidFill>
              </a:rPr>
              <a:t>find_and_replace</a:t>
            </a:r>
            <a:r>
              <a:rPr lang="en" sz="2000" dirty="0">
                <a:solidFill>
                  <a:schemeClr val="bg1"/>
                </a:solidFill>
              </a:rPr>
              <a:t> - </a:t>
            </a:r>
            <a:r>
              <a:rPr lang="ru-RU" sz="2000" dirty="0">
                <a:solidFill>
                  <a:schemeClr val="bg1"/>
                </a:solidFill>
              </a:rPr>
              <a:t>заменить «</a:t>
            </a:r>
            <a:r>
              <a:rPr lang="en" sz="2000" dirty="0">
                <a:solidFill>
                  <a:schemeClr val="bg1"/>
                </a:solidFill>
              </a:rPr>
              <a:t>LLM» </a:t>
            </a:r>
            <a:r>
              <a:rPr lang="ru-RU" sz="2000" dirty="0">
                <a:solidFill>
                  <a:schemeClr val="bg1"/>
                </a:solidFill>
              </a:rPr>
              <a:t>на «</a:t>
            </a:r>
            <a:r>
              <a:rPr lang="en" sz="2000" dirty="0">
                <a:solidFill>
                  <a:schemeClr val="bg1"/>
                </a:solidFill>
              </a:rPr>
              <a:t>if-else»</a:t>
            </a:r>
          </a:p>
        </p:txBody>
      </p:sp>
    </p:spTree>
    <p:extLst>
      <p:ext uri="{BB962C8B-B14F-4D97-AF65-F5344CB8AC3E}">
        <p14:creationId xmlns:p14="http://schemas.microsoft.com/office/powerpoint/2010/main" val="241701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FB02-4684-B0CB-5600-48E2D24E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428FF81-6835-9CE7-CD65-F787BEA80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EACB49-0264-2044-B692-B6E402EC4CDB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C95EB-A133-66B8-FFDB-33159F9FCC5B}"/>
              </a:ext>
            </a:extLst>
          </p:cNvPr>
          <p:cNvSpPr txBox="1"/>
          <p:nvPr/>
        </p:nvSpPr>
        <p:spPr>
          <a:xfrm>
            <a:off x="555191" y="692150"/>
            <a:ext cx="9794757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lvl="0">
              <a:lnSpc>
                <a:spcPts val="2860"/>
              </a:lnSpc>
              <a:defRPr kumimoji="0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</a:lstStyle>
          <a:p>
            <a:r>
              <a:rPr lang="ru-RU" sz="4000" dirty="0">
                <a:solidFill>
                  <a:srgbClr val="46F8A5"/>
                </a:solidFill>
              </a:rPr>
              <a:t>Применимость на </a:t>
            </a:r>
            <a:r>
              <a:rPr lang="en-US" sz="4000" dirty="0" err="1">
                <a:solidFill>
                  <a:srgbClr val="46F8A5"/>
                </a:solidFill>
              </a:rPr>
              <a:t>LangFlow</a:t>
            </a:r>
            <a:endParaRPr lang="en-US" sz="4000" dirty="0">
              <a:solidFill>
                <a:srgbClr val="46F8A5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2289606-F219-48BB-33B9-ED9E4D56412B}"/>
              </a:ext>
            </a:extLst>
          </p:cNvPr>
          <p:cNvSpPr/>
          <p:nvPr/>
        </p:nvSpPr>
        <p:spPr>
          <a:xfrm>
            <a:off x="913256" y="1480547"/>
            <a:ext cx="2077748" cy="3812215"/>
          </a:xfrm>
          <a:prstGeom prst="roundRect">
            <a:avLst>
              <a:gd name="adj" fmla="val 6708"/>
            </a:avLst>
          </a:prstGeom>
          <a:gradFill flip="none" rotWithShape="1">
            <a:gsLst>
              <a:gs pos="42000">
                <a:srgbClr val="7AC869"/>
              </a:gs>
              <a:gs pos="100000">
                <a:srgbClr val="069B5B"/>
              </a:gs>
              <a:gs pos="0">
                <a:srgbClr val="86C667"/>
              </a:gs>
              <a:gs pos="73000">
                <a:srgbClr val="00D67D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4000A95-F7E6-96F5-8244-0A0C1530E721}"/>
              </a:ext>
            </a:extLst>
          </p:cNvPr>
          <p:cNvSpPr/>
          <p:nvPr/>
        </p:nvSpPr>
        <p:spPr>
          <a:xfrm>
            <a:off x="1018236" y="1480547"/>
            <a:ext cx="10260507" cy="3812215"/>
          </a:xfrm>
          <a:prstGeom prst="roundRect">
            <a:avLst>
              <a:gd name="adj" fmla="val 6708"/>
            </a:avLst>
          </a:prstGeom>
          <a:solidFill>
            <a:srgbClr val="1E263C"/>
          </a:solidFill>
          <a:ln w="3175">
            <a:solidFill>
              <a:srgbClr val="00D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" sz="20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69916BA7-AE32-0A9B-5308-1B5144AA36DC}"/>
              </a:ext>
            </a:extLst>
          </p:cNvPr>
          <p:cNvSpPr/>
          <p:nvPr/>
        </p:nvSpPr>
        <p:spPr>
          <a:xfrm>
            <a:off x="1231223" y="2435217"/>
            <a:ext cx="817899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>
              <a:solidFill>
                <a:schemeClr val="bg1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624E7-D7E7-D2E9-CA24-5E29483AA1EE}"/>
              </a:ext>
            </a:extLst>
          </p:cNvPr>
          <p:cNvSpPr txBox="1"/>
          <p:nvPr/>
        </p:nvSpPr>
        <p:spPr>
          <a:xfrm>
            <a:off x="1231223" y="1859339"/>
            <a:ext cx="94979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en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знает про доступные компоненты?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 знает про поля компонент?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валидируем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 на корректность? Что делаем, если </a:t>
            </a:r>
            <a:r>
              <a:rPr lang="ru-RU" sz="2200" dirty="0" err="1">
                <a:solidFill>
                  <a:schemeClr val="bg1"/>
                </a:solidFill>
              </a:rPr>
              <a:t>копилот</a:t>
            </a:r>
            <a:r>
              <a:rPr lang="ru-RU" sz="2200" dirty="0">
                <a:solidFill>
                  <a:schemeClr val="bg1"/>
                </a:solidFill>
              </a:rPr>
              <a:t> собрал </a:t>
            </a:r>
            <a:r>
              <a:rPr lang="ru-RU" sz="2200" dirty="0" err="1">
                <a:solidFill>
                  <a:schemeClr val="bg1"/>
                </a:solidFill>
              </a:rPr>
              <a:t>невалидный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 с первого раза?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Если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r>
              <a:rPr lang="ru-RU" sz="2200" dirty="0" err="1">
                <a:solidFill>
                  <a:schemeClr val="bg1"/>
                </a:solidFill>
              </a:rPr>
              <a:t>невалиден</a:t>
            </a:r>
            <a:r>
              <a:rPr lang="ru-RU" sz="2200" dirty="0">
                <a:solidFill>
                  <a:schemeClr val="bg1"/>
                </a:solidFill>
              </a:rPr>
              <a:t>, то как понять, где именно ошибка?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красиво отрисовать </a:t>
            </a:r>
            <a:r>
              <a:rPr lang="ru-RU" sz="2200" dirty="0" err="1">
                <a:solidFill>
                  <a:schemeClr val="bg1"/>
                </a:solidFill>
              </a:rPr>
              <a:t>воркфлоу</a:t>
            </a:r>
            <a:r>
              <a:rPr lang="ru-RU" sz="2200" dirty="0">
                <a:solidFill>
                  <a:schemeClr val="bg1"/>
                </a:solidFill>
              </a:rPr>
              <a:t>, чтобы ноды не накладывались друг на друга?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Что делать, если появился другой заказчик с другими компонентами? Как минимизировать ручную работу и не превратиться в поддержку? </a:t>
            </a:r>
          </a:p>
        </p:txBody>
      </p:sp>
    </p:spTree>
    <p:extLst>
      <p:ext uri="{BB962C8B-B14F-4D97-AF65-F5344CB8AC3E}">
        <p14:creationId xmlns:p14="http://schemas.microsoft.com/office/powerpoint/2010/main" val="16903746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4183</TotalTime>
  <Words>363</Words>
  <Application>Microsoft Macintosh PowerPoint</Application>
  <PresentationFormat>Широкоэкранный</PresentationFormat>
  <Paragraphs>38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SB Sans Display Light</vt:lpstr>
      <vt:lpstr>SB Sans Display</vt:lpstr>
      <vt:lpstr>Montserrat</vt:lpstr>
      <vt:lpstr>Calibri Light</vt:lpstr>
      <vt:lpstr>SB Sans Display Semibold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86</dc:creator>
  <cp:lastModifiedBy>Парпулов Дмитрий Андреевич</cp:lastModifiedBy>
  <cp:revision>102</cp:revision>
  <dcterms:created xsi:type="dcterms:W3CDTF">2024-12-05T06:30:40Z</dcterms:created>
  <dcterms:modified xsi:type="dcterms:W3CDTF">2026-04-22T18:37:54Z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2024-12-05T06:42:55Z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2c42616a-6f5c-4753-9c95-e0f8bae01c57</vt:lpwstr>
  </property>
  <property fmtid="{D5CDD505-2E9C-101B-9397-08002B2CF9AE}" pid="7" name="MSIP_Label_defa4170-0d19-0005-0004-bc88714345d2_ActionId">
    <vt:lpwstr>afb06f8d-7a5d-40d5-8e61-c674a3a48ce6</vt:lpwstr>
  </property>
  <property fmtid="{D5CDD505-2E9C-101B-9397-08002B2CF9AE}" pid="8" name="MSIP_Label_defa4170-0d19-0005-0004-bc88714345d2_ContentBits">
    <vt:lpwstr>0</vt:lpwstr>
  </property>
</Properties>
</file>